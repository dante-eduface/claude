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Trained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accuracy and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model is trained specifically to grade and give feedback with accuracy and consistency at the core.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Marking Time Drops 6–10x at Bath Spa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Traditional marking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000" y="1943100"/>
            <a:ext cx="6350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31000" y="1943100"/>
            <a:ext cx="3175000" cy="558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0" y="20701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15–30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9083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With Eduface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6000" y="2755900"/>
            <a:ext cx="6350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73500" y="2755900"/>
            <a:ext cx="740833" cy="5588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0" y="28829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1.5–5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56000" y="1943100"/>
            <a:ext cx="6350" cy="1371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2000" y="34163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0" y="34163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3416300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minutes per submission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191000"/>
            <a:ext cx="10668000" cy="1447800"/>
          </a:xfrm>
          <a:prstGeom prst="roundRect">
            <a:avLst>
              <a:gd name="adj" fmla="val 877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doel-green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673600"/>
            <a:ext cx="304800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64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~94%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AI grading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72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bestand-green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673600"/>
            <a:ext cx="304800" cy="304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340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2,300+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feedback items across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435 submissions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klok-green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0" y="4673600"/>
            <a:ext cx="304800" cy="3048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6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15–20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16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saved per 60-student cohort,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every cycle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Source: Bath Spa University · Eduface pilot data.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