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558800"/>
            <a:ext cx="10668000" cy="6273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800" b="1">
                <a:solidFill>
                  <a:srgbClr val="002333"/>
                </a:solidFill>
                <a:latin typeface="League Spartan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478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17907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22606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26352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25781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Current State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30480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34226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9200" y="33655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Risks Ahead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38354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4210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41529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The Proposed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46228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49974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49403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5000" y="18478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2200" y="17907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Required Capabilities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85000" y="22606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5000" y="26352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2200" y="25781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Demo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85000" y="30480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5000" y="34226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2200" y="33655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Proven Results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85000" y="38354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5000" y="4210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2200" y="41529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Our Solution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85000" y="4622800"/>
            <a:ext cx="4445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85000" y="49974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B7480"/>
                </a:solidFill>
                <a:latin typeface="League Spartan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2200" y="4940300"/>
            <a:ext cx="39878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Next Steps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324600"/>
            <a:ext cx="937957" cy="2540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ut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3175000"/>
            <a:ext cx="10668000" cy="117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6600" b="1">
                <a:solidFill>
                  <a:srgbClr val="FFFFFF"/>
                </a:solidFill>
                <a:latin typeface="League Spartan"/>
              </a:rP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6045200"/>
            <a:ext cx="10668000" cy="635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324600"/>
            <a:ext cx="934528" cy="254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68500" y="6311900"/>
            <a:ext cx="6350" cy="279400"/>
          </a:xfrm>
          <a:prstGeom prst="rect">
            <a:avLst/>
          </a:prstGeom>
          <a:solidFill>
            <a:srgbClr val="1F3D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33600" y="6184900"/>
            <a:ext cx="952046" cy="53340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ti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500" y="6273800"/>
            <a:ext cx="774246" cy="35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22000" y="6375400"/>
            <a:ext cx="50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9EABB1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