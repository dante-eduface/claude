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627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FFFFFF"/>
                </a:solidFill>
                <a:latin typeface="League Spartan"/>
              </a:rPr>
              <a:t>Proposed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19250" y="2540000"/>
            <a:ext cx="12700" cy="25400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0000" y="2184400"/>
            <a:ext cx="711200" cy="711200"/>
          </a:xfrm>
          <a:prstGeom prst="roundRect">
            <a:avLst>
              <a:gd name="adj" fmla="val 19642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vlag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362200"/>
            <a:ext cx="355600" cy="35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4003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5200" y="2095500"/>
            <a:ext cx="27940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Pilot the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Start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2120900"/>
            <a:ext cx="60960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Launch with a self-scaling license. On-site instructor training support from the Eduface team at pilot start. Target launch December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0000" y="3454400"/>
            <a:ext cx="711200" cy="711200"/>
          </a:xfrm>
          <a:prstGeom prst="roundRect">
            <a:avLst>
              <a:gd name="adj" fmla="val 19642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route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632200"/>
            <a:ext cx="355600" cy="35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36703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5200" y="3365500"/>
            <a:ext cx="27940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Programmatic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3390900"/>
            <a:ext cx="60960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Roll out to additional program(s) following pilot success.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70000" y="4724400"/>
            <a:ext cx="711200" cy="711200"/>
          </a:xfrm>
          <a:prstGeom prst="roundRect">
            <a:avLst>
              <a:gd name="adj" fmla="val 19642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kalender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902200"/>
            <a:ext cx="355600" cy="355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49403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5200" y="4635500"/>
            <a:ext cx="27940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Full Institutional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4660900"/>
            <a:ext cx="60960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Roll out institution-wide from next academic year.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uti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15000" y="6375400"/>
            <a:ext cx="5080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Concept, for discussion.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