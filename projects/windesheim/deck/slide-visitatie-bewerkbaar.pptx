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Visitatie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2489200"/>
            <a:ext cx="10668000" cy="2540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905000"/>
            <a:ext cx="32512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B7480"/>
                </a:solidFill>
                <a:latin typeface="League Spartan"/>
              </a:rPr>
              <a:t>november 2021</a:t>
            </a:r>
          </a:p>
        </p:txBody>
      </p:sp>
      <p:sp>
        <p:nvSpPr>
          <p:cNvPr id="5" name="Oval 4"/>
          <p:cNvSpPr/>
          <p:nvPr/>
        </p:nvSpPr>
        <p:spPr>
          <a:xfrm>
            <a:off x="2311400" y="2425700"/>
            <a:ext cx="152400" cy="152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74900" y="2578100"/>
            <a:ext cx="25400" cy="2921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17700" y="2921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-schoolbord-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3155950"/>
            <a:ext cx="469900" cy="469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4000500"/>
            <a:ext cx="32512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Van rubriek naar cijfer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749800"/>
            <a:ext cx="32512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B7480"/>
                </a:solidFill>
                <a:latin typeface="Inter"/>
              </a:rPr>
              <a:t>Lerarenopleiding Nederlands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0400" y="1905000"/>
            <a:ext cx="32512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B7480"/>
                </a:solidFill>
                <a:latin typeface="League Spartan"/>
              </a:rPr>
              <a:t>april 2024</a:t>
            </a:r>
          </a:p>
        </p:txBody>
      </p:sp>
      <p:sp>
        <p:nvSpPr>
          <p:cNvPr id="12" name="Oval 11"/>
          <p:cNvSpPr/>
          <p:nvPr/>
        </p:nvSpPr>
        <p:spPr>
          <a:xfrm>
            <a:off x="6019800" y="2425700"/>
            <a:ext cx="152400" cy="152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3300" y="2578100"/>
            <a:ext cx="25400" cy="2921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26100" y="2921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microfoon-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050" y="3155950"/>
            <a:ext cx="469900" cy="469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70400" y="4000500"/>
            <a:ext cx="32512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Wijze en omvang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0400" y="4749800"/>
            <a:ext cx="32512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B7480"/>
                </a:solidFill>
                <a:latin typeface="Inter"/>
              </a:rPr>
              <a:t>Journalistiek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8800" y="1905000"/>
            <a:ext cx="32512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B7480"/>
                </a:solidFill>
                <a:latin typeface="League Spartan"/>
              </a:rPr>
              <a:t>november 2024</a:t>
            </a:r>
          </a:p>
        </p:txBody>
      </p:sp>
      <p:sp>
        <p:nvSpPr>
          <p:cNvPr id="19" name="Oval 18"/>
          <p:cNvSpPr/>
          <p:nvPr/>
        </p:nvSpPr>
        <p:spPr>
          <a:xfrm>
            <a:off x="9728200" y="2425700"/>
            <a:ext cx="152400" cy="152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791700" y="2578100"/>
            <a:ext cx="25400" cy="2921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34500" y="2921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on-winkel-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9450" y="3155950"/>
            <a:ext cx="469900" cy="469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178800" y="4000500"/>
            <a:ext cx="32512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Toelichting leeg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8800" y="4749800"/>
            <a:ext cx="32512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B7480"/>
                </a:solidFill>
                <a:latin typeface="Inter"/>
              </a:rPr>
              <a:t>Ondernemerschap &amp; Retail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000" y="5664200"/>
            <a:ext cx="8382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>
                <a:solidFill>
                  <a:srgbClr val="002333"/>
                </a:solidFill>
                <a:latin typeface="Inter"/>
              </a:rPr>
              <a:t>“De narratieve feedback is niet altijd helemaal passend bij de rubric.”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6032500"/>
            <a:ext cx="8382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7480"/>
                </a:solidFill>
                <a:latin typeface="Inter"/>
              </a:rPr>
              <a:t>Visitatierapporten NQA en Hobéon. Citaat: NQA, Ad E-commerce, november 2024, p. 24.</a:t>
            </a:r>
          </a:p>
        </p:txBody>
      </p:sp>
      <p:pic>
        <p:nvPicPr>
          <p:cNvPr id="28" name="Picture 27" descr="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windeshei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