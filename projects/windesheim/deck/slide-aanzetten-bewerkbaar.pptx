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558800"/>
            <a:ext cx="1066800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800" b="1">
                <a:solidFill>
                  <a:srgbClr val="002333"/>
                </a:solidFill>
                <a:latin typeface="League Spartan"/>
              </a:rPr>
              <a:t>Aanzetten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2000" y="1905000"/>
            <a:ext cx="4445000" cy="2794000"/>
          </a:xfrm>
          <a:prstGeom prst="roundRect">
            <a:avLst>
              <a:gd name="adj" fmla="val 6363"/>
            </a:avLst>
          </a:prstGeom>
          <a:solidFill>
            <a:srgbClr val="F3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1905000"/>
            <a:ext cx="4445000" cy="482600"/>
          </a:xfrm>
          <a:prstGeom prst="roundRect">
            <a:avLst>
              <a:gd name="adj" fmla="val 36842"/>
            </a:avLst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2209800"/>
            <a:ext cx="4445000" cy="17780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5200" y="20828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06C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81100" y="20828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E8B8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97000" y="2082800"/>
            <a:ext cx="127000" cy="127000"/>
          </a:xfrm>
          <a:prstGeom prst="roundRect">
            <a:avLst>
              <a:gd name="adj" fmla="val 5000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right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500" y="2044700"/>
            <a:ext cx="1574800" cy="2032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939800" y="2565400"/>
            <a:ext cx="4089400" cy="419100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7600" y="26670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2333"/>
                </a:solidFill>
                <a:latin typeface="League Spartan"/>
              </a:rPr>
              <a:t>Course slides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00500" y="2654300"/>
            <a:ext cx="850900" cy="241300"/>
          </a:xfrm>
          <a:prstGeom prst="roundRect">
            <a:avLst>
              <a:gd name="adj" fmla="val 50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00500" y="2698750"/>
            <a:ext cx="8509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7B54"/>
                </a:solidFill>
                <a:latin typeface="Inter"/>
              </a:rPr>
              <a:t>gesynct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9800" y="3086100"/>
            <a:ext cx="4089400" cy="419100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7600" y="31877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2333"/>
                </a:solidFill>
                <a:latin typeface="League Spartan"/>
              </a:rPr>
              <a:t>Assessment brief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00500" y="3175000"/>
            <a:ext cx="850900" cy="241300"/>
          </a:xfrm>
          <a:prstGeom prst="roundRect">
            <a:avLst>
              <a:gd name="adj" fmla="val 50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00500" y="3219450"/>
            <a:ext cx="8509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7B54"/>
                </a:solidFill>
                <a:latin typeface="Inter"/>
              </a:rPr>
              <a:t>gesynct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9800" y="3606800"/>
            <a:ext cx="4089400" cy="419100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7600" y="37084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2333"/>
                </a:solidFill>
                <a:latin typeface="League Spartan"/>
              </a:rPr>
              <a:t>Rubric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00500" y="3695700"/>
            <a:ext cx="850900" cy="241300"/>
          </a:xfrm>
          <a:prstGeom prst="roundRect">
            <a:avLst>
              <a:gd name="adj" fmla="val 50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00500" y="3740150"/>
            <a:ext cx="8509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7B54"/>
                </a:solidFill>
                <a:latin typeface="Inter"/>
              </a:rPr>
              <a:t>gesynct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9800" y="4127500"/>
            <a:ext cx="4089400" cy="419100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17600" y="4229100"/>
            <a:ext cx="2667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2333"/>
                </a:solidFill>
                <a:latin typeface="League Spartan"/>
              </a:rPr>
              <a:t>Studentenhandboek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00500" y="4216400"/>
            <a:ext cx="850900" cy="241300"/>
          </a:xfrm>
          <a:prstGeom prst="roundRect">
            <a:avLst>
              <a:gd name="adj" fmla="val 50000"/>
            </a:avLst>
          </a:prstGeom>
          <a:solidFill>
            <a:srgbClr val="E2F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00500" y="4260850"/>
            <a:ext cx="8509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>
                <a:solidFill>
                  <a:srgbClr val="007B54"/>
                </a:solidFill>
                <a:latin typeface="Inter"/>
              </a:rPr>
              <a:t>gesynct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588000" y="3035300"/>
            <a:ext cx="1016000" cy="558800"/>
          </a:xfrm>
          <a:prstGeom prst="roundRect">
            <a:avLst>
              <a:gd name="adj" fmla="val 2500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88000" y="3187700"/>
            <a:ext cx="1016000" cy="279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900" b="1">
                <a:solidFill>
                  <a:srgbClr val="002333"/>
                </a:solidFill>
                <a:latin typeface="League Spartan"/>
              </a:rPr>
              <a:t>Sync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85000" y="1905000"/>
            <a:ext cx="4445000" cy="2794000"/>
          </a:xfrm>
          <a:prstGeom prst="roundRect">
            <a:avLst>
              <a:gd name="adj" fmla="val 6363"/>
            </a:avLst>
          </a:prstGeom>
          <a:solidFill>
            <a:srgbClr val="002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39000" y="2159000"/>
            <a:ext cx="1905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League Spartan"/>
              </a:rPr>
              <a:t>Eduface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98000" y="2146300"/>
            <a:ext cx="1778000" cy="342900"/>
          </a:xfrm>
          <a:prstGeom prst="roundRect">
            <a:avLst>
              <a:gd name="adj" fmla="val 5000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98000" y="2222500"/>
            <a:ext cx="17780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002333"/>
                </a:solidFill>
                <a:latin typeface="League Spartan"/>
              </a:rPr>
              <a:t>Alle courses klaar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239000" y="279400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39000" y="2857500"/>
            <a:ext cx="3302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02333"/>
                </a:solidFill>
                <a:latin typeface="League Spartan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96200" y="2832100"/>
            <a:ext cx="3429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League Spartan"/>
              </a:rPr>
              <a:t>Leest het vak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39000" y="337820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39000" y="3441700"/>
            <a:ext cx="3302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02333"/>
                </a:solidFill>
                <a:latin typeface="League Spartan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96200" y="3416300"/>
            <a:ext cx="3429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League Spartan"/>
              </a:rPr>
              <a:t>Bouwt de instructies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39000" y="3962400"/>
            <a:ext cx="330200" cy="330200"/>
          </a:xfrm>
          <a:prstGeom prst="roundRect">
            <a:avLst>
              <a:gd name="adj" fmla="val 50000"/>
            </a:avLst>
          </a:prstGeom>
          <a:solidFill>
            <a:srgbClr val="00E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39000" y="4025900"/>
            <a:ext cx="3302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002333"/>
                </a:solidFill>
                <a:latin typeface="League Spartan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96200" y="4000500"/>
            <a:ext cx="3429000" cy="317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League Spartan"/>
              </a:rPr>
              <a:t>Vult aan met domeinkennis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2000" y="5016500"/>
            <a:ext cx="10668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600" b="1">
                <a:solidFill>
                  <a:srgbClr val="002333"/>
                </a:solidFill>
                <a:latin typeface="League Spartan"/>
              </a:rPr>
              <a:t>De docent zet niets op.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62000" y="5511800"/>
            <a:ext cx="10668000" cy="6350"/>
          </a:xfrm>
          <a:prstGeom prst="rect">
            <a:avLst/>
          </a:prstGeom>
          <a:solidFill>
            <a:srgbClr val="E7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logo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0650" y="5759450"/>
            <a:ext cx="1079500" cy="292100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10344150" y="5740400"/>
            <a:ext cx="6350" cy="330200"/>
          </a:xfrm>
          <a:prstGeom prst="rect">
            <a:avLst/>
          </a:prstGeom>
          <a:solidFill>
            <a:srgbClr val="CD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windeshe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4500" y="5715000"/>
            <a:ext cx="825500" cy="38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