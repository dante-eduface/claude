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Spreiding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1752600"/>
            <a:ext cx="10668000" cy="2984500"/>
          </a:xfrm>
          <a:prstGeom prst="roundRect">
            <a:avLst>
              <a:gd name="adj" fmla="val 5957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7600" y="2032000"/>
            <a:ext cx="57150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02333"/>
                </a:solidFill>
                <a:latin typeface="League Spartan"/>
              </a:rPr>
              <a:t>Model accuracy per grader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600" y="23876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Hoe dicht elke beoordelaar bij het voorstel bleef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600" y="28067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Inter"/>
              </a:rPr>
              <a:t>Beoordelaar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75000" y="2832100"/>
            <a:ext cx="4826000" cy="165100"/>
          </a:xfrm>
          <a:prstGeom prst="roundRect">
            <a:avLst>
              <a:gd name="adj" fmla="val 50000"/>
            </a:avLst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75000" y="2832100"/>
            <a:ext cx="4729480" cy="1651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78800" y="27940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333"/>
                </a:solidFill>
                <a:latin typeface="League Spartan"/>
              </a:rPr>
              <a:t>98%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794000"/>
            <a:ext cx="1333500" cy="254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83845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007B54"/>
                </a:solidFill>
                <a:latin typeface="Inter"/>
              </a:rPr>
              <a:t>Excellent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31115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Inter"/>
              </a:rPr>
              <a:t>Beoordelaar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5000" y="3136900"/>
            <a:ext cx="4826000" cy="165100"/>
          </a:xfrm>
          <a:prstGeom prst="roundRect">
            <a:avLst>
              <a:gd name="adj" fmla="val 50000"/>
            </a:avLst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75000" y="3136900"/>
            <a:ext cx="4536440" cy="1651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8800" y="30988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333"/>
                </a:solidFill>
                <a:latin typeface="League Spartan"/>
              </a:rPr>
              <a:t>94%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3098800"/>
            <a:ext cx="1333500" cy="254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14325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007B54"/>
                </a:solidFill>
                <a:latin typeface="Inter"/>
              </a:rPr>
              <a:t>Excellent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4163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Inter"/>
              </a:rPr>
              <a:t>Beoordelaar 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75000" y="3441700"/>
            <a:ext cx="4826000" cy="165100"/>
          </a:xfrm>
          <a:prstGeom prst="roundRect">
            <a:avLst>
              <a:gd name="adj" fmla="val 50000"/>
            </a:avLst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75000" y="3441700"/>
            <a:ext cx="4198620" cy="165100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8800" y="34036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333"/>
                </a:solidFill>
                <a:latin typeface="League Spartan"/>
              </a:rPr>
              <a:t>87%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403600"/>
            <a:ext cx="1333500" cy="254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344805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07B00"/>
                </a:solidFill>
                <a:latin typeface="Inter"/>
              </a:rPr>
              <a:t>Wisselend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37211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Inter"/>
              </a:rPr>
              <a:t>Beoordelaar 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75000" y="3746500"/>
            <a:ext cx="4826000" cy="165100"/>
          </a:xfrm>
          <a:prstGeom prst="roundRect">
            <a:avLst>
              <a:gd name="adj" fmla="val 50000"/>
            </a:avLst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175000" y="3746500"/>
            <a:ext cx="3812540" cy="165100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8800" y="37084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333"/>
                </a:solidFill>
                <a:latin typeface="League Spartan"/>
              </a:rPr>
              <a:t>79%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3708400"/>
            <a:ext cx="1333500" cy="254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375285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07B00"/>
                </a:solidFill>
                <a:latin typeface="Inter"/>
              </a:rPr>
              <a:t>Wisselend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600" y="40259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Inter"/>
              </a:rPr>
              <a:t>Beoordelaar 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75000" y="4051300"/>
            <a:ext cx="4826000" cy="165100"/>
          </a:xfrm>
          <a:prstGeom prst="roundRect">
            <a:avLst>
              <a:gd name="adj" fmla="val 50000"/>
            </a:avLst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175000" y="4051300"/>
            <a:ext cx="3426460" cy="165100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8800" y="40132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333"/>
                </a:solidFill>
                <a:latin typeface="League Spartan"/>
              </a:rPr>
              <a:t>71%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4013200"/>
            <a:ext cx="1333500" cy="254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405765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07B00"/>
                </a:solidFill>
                <a:latin typeface="Inter"/>
              </a:rPr>
              <a:t>Wijkt af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600" y="43307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Inter"/>
              </a:rPr>
              <a:t>Beoordelaar 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75000" y="4356100"/>
            <a:ext cx="4826000" cy="165100"/>
          </a:xfrm>
          <a:prstGeom prst="roundRect">
            <a:avLst>
              <a:gd name="adj" fmla="val 50000"/>
            </a:avLst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175000" y="4356100"/>
            <a:ext cx="3185160" cy="165100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8800" y="43180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333"/>
                </a:solidFill>
                <a:latin typeface="League Spartan"/>
              </a:rPr>
              <a:t>66%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4318000"/>
            <a:ext cx="1333500" cy="254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436245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07B00"/>
                </a:solidFill>
                <a:latin typeface="Inter"/>
              </a:rPr>
              <a:t>Wijkt af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501650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02333"/>
                </a:solidFill>
                <a:latin typeface="League Spartan"/>
              </a:rPr>
              <a:t>32 punten verschil tussen de strengste en de mildste beoordelaar.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2000" y="571500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Voorbeeld met fictieve data, ter illustratie van wat het dashboard laat zien.</a:t>
            </a:r>
          </a:p>
        </p:txBody>
      </p:sp>
      <p:pic>
        <p:nvPicPr>
          <p:cNvPr id="45" name="Picture 44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windeshe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