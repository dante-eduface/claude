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EF3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201168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000" b="1">
                <a:solidFill>
                  <a:srgbClr val="002333"/>
                </a:solidFill>
                <a:latin typeface="Poppins"/>
              </a:rPr>
              <a:t>Edu</a:t>
            </a:r>
            <a:r>
              <a:rPr sz="2000" b="1">
                <a:solidFill>
                  <a:srgbClr val="067A43"/>
                </a:solidFill>
                <a:latin typeface="Poppins"/>
              </a:rPr>
              <a:t>face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914400"/>
            <a:ext cx="10362895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4000" b="1">
                <a:solidFill>
                  <a:srgbClr val="002333"/>
                </a:solidFill>
                <a:latin typeface="Poppins"/>
              </a:rPr>
              <a:t>Ons </a:t>
            </a:r>
            <a:r>
              <a:rPr sz="4000" b="1">
                <a:solidFill>
                  <a:srgbClr val="00B85F"/>
                </a:solidFill>
                <a:latin typeface="Poppins"/>
              </a:rPr>
              <a:t>eigen</a:t>
            </a:r>
            <a:r>
              <a:rPr sz="4000" b="1">
                <a:solidFill>
                  <a:srgbClr val="002333"/>
                </a:solidFill>
                <a:latin typeface="Poppins"/>
              </a:rPr>
              <a:t> AI-model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788920" y="1783080"/>
            <a:ext cx="777240" cy="777240"/>
          </a:xfrm>
          <a:prstGeom prst="roundRect">
            <a:avLst/>
          </a:prstGeom>
          <a:solidFill>
            <a:srgbClr val="E3FB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3400" b="1">
                <a:solidFill>
                  <a:srgbClr val="067A43"/>
                </a:solidFill>
                <a:latin typeface="Poppins"/>
              </a:rPr>
              <a:t>✓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703320" y="1783080"/>
            <a:ext cx="5669280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4000" b="1">
                <a:solidFill>
                  <a:srgbClr val="002333"/>
                </a:solidFill>
                <a:latin typeface="Poppins"/>
              </a:rPr>
              <a:t>Digitale </a:t>
            </a:r>
            <a:r>
              <a:rPr sz="4000" b="1">
                <a:solidFill>
                  <a:srgbClr val="00B85F"/>
                </a:solidFill>
                <a:latin typeface="Poppins"/>
              </a:rPr>
              <a:t>autonomie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3063240"/>
            <a:ext cx="3520440" cy="3154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4EA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4480560" y="3063240"/>
            <a:ext cx="3520440" cy="3154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4EA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8321040" y="3063240"/>
            <a:ext cx="3520440" cy="3154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4EA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3566160"/>
            <a:ext cx="352044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500" b="1" strike="sngStrike">
                <a:solidFill>
                  <a:srgbClr val="B3BFC5"/>
                </a:solidFill>
                <a:latin typeface="Inter"/>
              </a:rPr>
              <a:t>GPT   Gemini   Claude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4023360"/>
            <a:ext cx="352044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200" b="1">
                <a:solidFill>
                  <a:srgbClr val="067A43"/>
                </a:solidFill>
                <a:latin typeface="Poppins"/>
              </a:rPr>
              <a:t>✓ Eduface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5394960"/>
            <a:ext cx="35204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100" b="1">
                <a:solidFill>
                  <a:srgbClr val="002333"/>
                </a:solidFill>
                <a:latin typeface="Poppins"/>
              </a:rPr>
              <a:t>Eigen model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715000" y="3611880"/>
            <a:ext cx="1051560" cy="274320"/>
          </a:xfrm>
          <a:prstGeom prst="rect">
            <a:avLst/>
          </a:prstGeom>
          <a:solidFill>
            <a:srgbClr val="AE1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715000" y="3886200"/>
            <a:ext cx="105156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E4EA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715000" y="4160520"/>
            <a:ext cx="1051560" cy="274320"/>
          </a:xfrm>
          <a:prstGeom prst="rect">
            <a:avLst/>
          </a:prstGeom>
          <a:solidFill>
            <a:srgbClr val="2146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480560" y="5394960"/>
            <a:ext cx="35204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100" b="1">
                <a:solidFill>
                  <a:srgbClr val="002333"/>
                </a:solidFill>
                <a:latin typeface="Poppins"/>
              </a:rPr>
              <a:t>Data blijft in Nederland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281160" y="3611879"/>
            <a:ext cx="457200" cy="1234440"/>
          </a:xfrm>
          <a:prstGeom prst="roundRect">
            <a:avLst/>
          </a:prstGeom>
          <a:solidFill>
            <a:srgbClr val="CDD9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10195559" y="4297680"/>
            <a:ext cx="457200" cy="548640"/>
          </a:xfrm>
          <a:prstGeom prst="roundRect">
            <a:avLst/>
          </a:prstGeom>
          <a:solidFill>
            <a:srgbClr val="00B8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961119" y="4892040"/>
            <a:ext cx="109728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00" b="1">
                <a:solidFill>
                  <a:srgbClr val="5C6F78"/>
                </a:solidFill>
                <a:latin typeface="Inter"/>
              </a:rPr>
              <a:t>Big Tech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921240" y="4892040"/>
            <a:ext cx="109728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00" b="1">
                <a:solidFill>
                  <a:srgbClr val="5C6F78"/>
                </a:solidFill>
                <a:latin typeface="Inter"/>
              </a:rPr>
              <a:t>Eduface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21040" y="5394960"/>
            <a:ext cx="35204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100" b="1">
                <a:solidFill>
                  <a:srgbClr val="002333"/>
                </a:solidFill>
                <a:latin typeface="Poppins"/>
              </a:rPr>
              <a:t>Klein en efficient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