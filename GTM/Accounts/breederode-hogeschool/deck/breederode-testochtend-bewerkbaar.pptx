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FA9B4"/>
                </a:solidFill>
                <a:latin typeface="Inter"/>
              </a:rPr>
              <a:t>23 september 2026  ·  9:00 tot 12:30  ·  Rotterdam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62200"/>
            <a:ext cx="10668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Testochtend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30600"/>
            <a:ext cx="8890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FA9B4"/>
                </a:solidFill>
                <a:latin typeface="Inter"/>
              </a:rPr>
              <a:t>Eduface bij Breederode Hogeschool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Vanochtend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44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923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2333"/>
                </a:solidFill>
                <a:latin typeface="Inter"/>
              </a:rPr>
              <a:t>Waar we staan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14600"/>
            <a:ext cx="44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019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2333"/>
                </a:solidFill>
                <a:latin typeface="Inter"/>
              </a:rPr>
              <a:t>Navolgbaarheid in beeld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24200"/>
            <a:ext cx="44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11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2333"/>
                </a:solidFill>
                <a:latin typeface="Inter"/>
              </a:rPr>
              <a:t>Modelinstructies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733800"/>
            <a:ext cx="44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211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2333"/>
                </a:solidFill>
                <a:latin typeface="Inter"/>
              </a:rPr>
              <a:t>Beoordelingsformulier en beoordelingsstijlen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343400"/>
            <a:ext cx="44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307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2333"/>
                </a:solidFill>
                <a:latin typeface="Inter"/>
              </a:rPr>
              <a:t>Snelle opmerkingen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953000"/>
            <a:ext cx="444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9403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2333"/>
                </a:solidFill>
                <a:latin typeface="Inter"/>
              </a:rPr>
              <a:t>Zelf aan de slag, en de afspraken daarna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9AAF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413000"/>
            <a:ext cx="106680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FFFFFF"/>
                </a:solidFill>
                <a:latin typeface="League Spartan"/>
              </a:rPr>
              <a:t>Navolgbaarheid in beeld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100"/>
            <a:ext cx="9525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FA9B4"/>
                </a:solidFill>
                <a:latin typeface="Inter"/>
              </a:rPr>
              <a:t>Waar examinatoren uit elkaar lopen, in een overzicht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413000"/>
            <a:ext cx="106680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FFFFFF"/>
                </a:solidFill>
                <a:latin typeface="League Spartan"/>
              </a:rPr>
              <a:t>Modelinstructies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100"/>
            <a:ext cx="9525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FA9B4"/>
                </a:solidFill>
                <a:latin typeface="Inter"/>
              </a:rPr>
              <a:t>Wat het model meekrijgt voordat het een woord schrijft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413000"/>
            <a:ext cx="106680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FFFFFF"/>
                </a:solidFill>
                <a:latin typeface="League Spartan"/>
              </a:rPr>
              <a:t>Beoordelingsformulier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100"/>
            <a:ext cx="9525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FA9B4"/>
                </a:solidFill>
                <a:latin typeface="Inter"/>
              </a:rPr>
              <a:t>Jullie eigen formulier, een op een overgenomen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413000"/>
            <a:ext cx="106680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FFFFFF"/>
                </a:solidFill>
                <a:latin typeface="League Spartan"/>
              </a:rPr>
              <a:t>Beoordelingsstijlen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100"/>
            <a:ext cx="9525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FA9B4"/>
                </a:solidFill>
                <a:latin typeface="Inter"/>
              </a:rPr>
              <a:t>Dezelfde opdracht, verschillende manieren van beoordelen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413000"/>
            <a:ext cx="106680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500" b="1">
                <a:solidFill>
                  <a:srgbClr val="FFFFFF"/>
                </a:solidFill>
                <a:latin typeface="League Spartan"/>
              </a:rPr>
              <a:t>Snelle opmerkingen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67100"/>
            <a:ext cx="9525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FA9B4"/>
                </a:solidFill>
                <a:latin typeface="Inter"/>
              </a:rPr>
              <a:t>Vooraf ingevulde opmerkingen in de tekst, in uniforme woorden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1430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FFFFFF"/>
                </a:solidFill>
                <a:latin typeface="League Spartan"/>
              </a:rPr>
              <a:t>En dan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87600"/>
            <a:ext cx="254000" cy="254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70000" y="2247900"/>
            <a:ext cx="9779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FFFFF"/>
                </a:solidFill>
                <a:latin typeface="Inter"/>
              </a:rPr>
              <a:t>Twee weken testen op opdrachten die jullie al hebben nagekeken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213100"/>
            <a:ext cx="254000" cy="254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0000" y="3073400"/>
            <a:ext cx="9779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FFFFF"/>
                </a:solidFill>
                <a:latin typeface="Inter"/>
              </a:rPr>
              <a:t>We toetsen aan jullie maat: 92% accuraatheid, 3,5 van 5 op bruikbaarheid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038600"/>
            <a:ext cx="254000" cy="254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0000" y="3898900"/>
            <a:ext cx="9779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FFFFFF"/>
                </a:solidFill>
                <a:latin typeface="Inter"/>
              </a:rPr>
              <a:t>Daarna twee weken voor de koppeling met itslearning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759450"/>
            <a:ext cx="1079500" cy="292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