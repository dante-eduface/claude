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58800"/>
            <a:ext cx="1066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02333"/>
                </a:solidFill>
                <a:latin typeface="League Spartan"/>
              </a:rPr>
              <a:t>Elke opdracht is een datapunt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625600"/>
            <a:ext cx="317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Bronnen</a:t>
            </a:r>
          </a:p>
        </p:txBody>
      </p:sp>
      <p:pic>
        <p:nvPicPr>
          <p:cNvPr id="4" name="Picture 3" descr="icon-filepe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3883"/>
            <a:ext cx="254000" cy="25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2283883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Schrijfopdrachten en papers</a:t>
            </a:r>
          </a:p>
        </p:txBody>
      </p:sp>
      <p:pic>
        <p:nvPicPr>
          <p:cNvPr id="6" name="Picture 5" descr="icon-pen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787650"/>
            <a:ext cx="254000" cy="25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78765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Open vragen</a:t>
            </a:r>
          </a:p>
        </p:txBody>
      </p:sp>
      <p:pic>
        <p:nvPicPr>
          <p:cNvPr id="8" name="Picture 7" descr="icon-microfoo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291417"/>
            <a:ext cx="254000" cy="254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3291417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Audio: mondeling, presentaties</a:t>
            </a:r>
          </a:p>
        </p:txBody>
      </p:sp>
      <p:pic>
        <p:nvPicPr>
          <p:cNvPr id="10" name="Picture 9" descr="icon-iama-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795183"/>
            <a:ext cx="254000" cy="25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3795183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Formatieve oefententamens</a:t>
            </a:r>
          </a:p>
        </p:txBody>
      </p:sp>
      <p:pic>
        <p:nvPicPr>
          <p:cNvPr id="12" name="Picture 11" descr="icon-historie-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298950"/>
            <a:ext cx="254000" cy="25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429895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Wekelijkse formatieve vragen</a:t>
            </a:r>
          </a:p>
        </p:txBody>
      </p:sp>
      <p:pic>
        <p:nvPicPr>
          <p:cNvPr id="14" name="Picture 13" descr="icon-gesprek-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4802717"/>
            <a:ext cx="254000" cy="25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43000" y="4802717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Ontvangen 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6500" y="1625600"/>
            <a:ext cx="2667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Elk datapunt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6500" y="2159000"/>
            <a:ext cx="2667000" cy="3022600"/>
          </a:xfrm>
          <a:prstGeom prst="roundRect">
            <a:avLst>
              <a:gd name="adj" fmla="val 4761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0500" y="2362200"/>
            <a:ext cx="2159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26670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per rubriccriterium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500" y="3048000"/>
            <a:ext cx="2159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Leerdoel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0500" y="33528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van het vak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3733800"/>
            <a:ext cx="2159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Skill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500" y="40386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van de opleiding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0500" y="4419600"/>
            <a:ext cx="215900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Moment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500" y="47244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5B7480"/>
                </a:solidFill>
                <a:latin typeface="Inter"/>
              </a:rPr>
              <a:t>in de tijd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9900" y="2401358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900" y="2905125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9900" y="3408892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900" y="3912658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900" y="4416425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79900" y="4920192"/>
            <a:ext cx="4191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99000" y="2410883"/>
            <a:ext cx="19050" cy="2518833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99000" y="3660775"/>
            <a:ext cx="3175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8500" y="1625600"/>
            <a:ext cx="31115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Leerprofiel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8500" y="2159000"/>
            <a:ext cx="3111500" cy="3022600"/>
          </a:xfrm>
          <a:prstGeom prst="roundRect">
            <a:avLst>
              <a:gd name="adj" fmla="val 4201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83500" y="3660775"/>
            <a:ext cx="635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72500" y="2387600"/>
            <a:ext cx="26035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A9BCC4"/>
                </a:solidFill>
                <a:latin typeface="Inter"/>
              </a:rPr>
              <a:t>Eén student, over tijd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2500" y="29337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Kritisch denken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251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325100" y="3157220"/>
            <a:ext cx="88900" cy="14478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775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77500" y="3099308"/>
            <a:ext cx="88900" cy="20269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299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629900" y="3108960"/>
            <a:ext cx="88900" cy="19304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7823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82300" y="3036570"/>
            <a:ext cx="88900" cy="26543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9347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934700" y="3002788"/>
            <a:ext cx="88900" cy="29921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087100" y="28194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087100" y="2935224"/>
            <a:ext cx="88900" cy="366776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72500" y="36449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Onderzoeken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3251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325100" y="3771900"/>
            <a:ext cx="88900" cy="24130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04775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477500" y="3786378"/>
            <a:ext cx="88900" cy="22682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6299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629900" y="3762248"/>
            <a:ext cx="88900" cy="25095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7823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782300" y="3776726"/>
            <a:ext cx="88900" cy="236474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9347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934700" y="3771900"/>
            <a:ext cx="88900" cy="24130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1087100" y="35306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1087100" y="3762248"/>
            <a:ext cx="88900" cy="25095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72500" y="43561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Presenteren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3251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325100" y="4627880"/>
            <a:ext cx="88900" cy="9652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4775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477500" y="4589272"/>
            <a:ext cx="88900" cy="135128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299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629900" y="4502404"/>
            <a:ext cx="88900" cy="221996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07823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782300" y="4521708"/>
            <a:ext cx="88900" cy="202692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9347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934700" y="4434840"/>
            <a:ext cx="88900" cy="289560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1087100" y="4241800"/>
            <a:ext cx="88900" cy="482600"/>
          </a:xfrm>
          <a:prstGeom prst="roundRect">
            <a:avLst>
              <a:gd name="adj" fmla="val 28571"/>
            </a:avLst>
          </a:prstGeom>
          <a:solidFill>
            <a:srgbClr val="2C4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087100" y="4396232"/>
            <a:ext cx="88900" cy="328168"/>
          </a:xfrm>
          <a:prstGeom prst="roundRect">
            <a:avLst>
              <a:gd name="adj" fmla="val 2857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25100" y="4800600"/>
            <a:ext cx="8509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A9BCC4"/>
                </a:solidFill>
                <a:latin typeface="Inter"/>
              </a:rPr>
              <a:t>tijd  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2000" y="5511800"/>
            <a:ext cx="10668000" cy="635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2000" y="5810250"/>
            <a:ext cx="83820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B7480"/>
                </a:solidFill>
                <a:latin typeface="Inter"/>
              </a:rPr>
              <a:t>Het leerprofiel is een concept. De skills zijn voorbeelden: een instelling werkt met haar eigen skills.</a:t>
            </a:r>
          </a:p>
        </p:txBody>
      </p:sp>
      <p:pic>
        <p:nvPicPr>
          <p:cNvPr id="80" name="Picture 79" descr="logo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6650" y="5759450"/>
            <a:ext cx="1079500" cy="29210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10090150" y="5740400"/>
            <a:ext cx="6350" cy="3302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kla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0500" y="5791200"/>
            <a:ext cx="1079500" cy="2286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0795000" y="63754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0">
                <a:solidFill>
                  <a:srgbClr val="9AAFB8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