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952500"/>
            <a:ext cx="3937000" cy="3937000"/>
          </a:xfrm>
          <a:prstGeom prst="roundRect">
            <a:avLst>
              <a:gd name="adj" fmla="val 3225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68400" y="1358900"/>
            <a:ext cx="31750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E075"/>
                </a:solidFill>
                <a:latin typeface="League Spartan"/>
              </a:rPr>
              <a:t>Geld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68400" y="2101532"/>
            <a:ext cx="76200" cy="76200"/>
          </a:xfrm>
          <a:prstGeom prst="roundRect">
            <a:avLst>
              <a:gd name="adj" fmla="val 25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97000" y="1993900"/>
            <a:ext cx="294640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PHOV betaalt docenten voor elk uur dat ze beoordelen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68400" y="2938462"/>
            <a:ext cx="76200" cy="76200"/>
          </a:xfrm>
          <a:prstGeom prst="roundRect">
            <a:avLst>
              <a:gd name="adj" fmla="val 25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97000" y="2830830"/>
            <a:ext cx="294640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En PHOV eist dat ze feedback geven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8600" y="1358900"/>
            <a:ext cx="50800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02333"/>
                </a:solidFill>
                <a:latin typeface="League Spartan"/>
              </a:rPr>
              <a:t>Consistentie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8600" y="2101532"/>
            <a:ext cx="76200" cy="76200"/>
          </a:xfrm>
          <a:prstGeom prst="roundRect">
            <a:avLst>
              <a:gd name="adj" fmla="val 25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7200" y="1993900"/>
            <a:ext cx="589280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Vooraf liggen de oordelen van beoordelaars ver uit elkaar, pas na overleg komen ze dichter bij elkaar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8600" y="2887662"/>
            <a:ext cx="76200" cy="76200"/>
          </a:xfrm>
          <a:prstGeom prst="roundRect">
            <a:avLst>
              <a:gd name="adj" fmla="val 25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7200" y="2780030"/>
            <a:ext cx="589280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Daarom kalibreren jullie scripties minstens één keer per twee jaar. De nieuwe rubric is nog niet getest.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8600" y="3673793"/>
            <a:ext cx="76200" cy="76200"/>
          </a:xfrm>
          <a:prstGeom prst="roundRect">
            <a:avLst>
              <a:gd name="adj" fmla="val 25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7200" y="3566160"/>
            <a:ext cx="589280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Kalibratie hoort over de inhoud te gaan, maar gaat soms over handtekeningen op een formulier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8600" y="4459923"/>
            <a:ext cx="76200" cy="76200"/>
          </a:xfrm>
          <a:prstGeom prst="roundRect">
            <a:avLst>
              <a:gd name="adj" fmla="val 25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7200" y="4352290"/>
            <a:ext cx="5892800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De directie schuift zelf aan om mensen scherp te houden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0650" y="5759450"/>
            <a:ext cx="1079500" cy="2921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0344150" y="5740400"/>
            <a:ext cx="6350" cy="3302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kl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4500" y="5715000"/>
            <a:ext cx="381000" cy="381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795000" y="6375400"/>
            <a:ext cx="63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>
                <a:solidFill>
                  <a:srgbClr val="9AAFB8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