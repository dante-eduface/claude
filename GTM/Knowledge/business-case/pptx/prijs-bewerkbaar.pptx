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 b="1">
                <a:solidFill>
                  <a:srgbClr val="0B1533"/>
                </a:solidFill>
                <a:latin typeface="Inter"/>
              </a:rPr>
              <a:t>KOSTEN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87400"/>
            <a:ext cx="10668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3000" b="1">
                <a:solidFill>
                  <a:srgbClr val="1D2433"/>
                </a:solidFill>
                <a:latin typeface="Inter"/>
              </a:rPr>
              <a:t>Dit kost Eduface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587500"/>
            <a:ext cx="10668000" cy="2730500"/>
          </a:xfrm>
          <a:prstGeom prst="roundRect">
            <a:avLst>
              <a:gd name="adj" fmla="val 6000"/>
            </a:avLst>
          </a:prstGeom>
          <a:solidFill>
            <a:srgbClr val="0B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1587500"/>
            <a:ext cx="9525000" cy="273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600" b="1">
                <a:solidFill>
                  <a:srgbClr val="FFFFFF"/>
                </a:solidFill>
                <a:latin typeface="Inter"/>
              </a:rPr>
              <a:t>€ 1.500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FFFFFF"/>
                </a:solidFill>
                <a:latin typeface="Inter"/>
              </a:rPr>
              <a:t>per maand, vooraf betaald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C9CED9"/>
                </a:solidFill>
                <a:latin typeface="Inter"/>
              </a:rPr>
              <a:t>€ 18.000 per jaar, exclusief btw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4495800"/>
            <a:ext cx="5257800" cy="1206500"/>
          </a:xfrm>
          <a:prstGeom prst="roundRect">
            <a:avLst>
              <a:gd name="adj" fmla="val 1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4495800"/>
            <a:ext cx="4699000" cy="1206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2200" b="1">
                <a:solidFill>
                  <a:srgbClr val="0B1533"/>
                </a:solidFill>
                <a:latin typeface="Inter"/>
              </a:rPr>
              <a:t>Eerste 400 studenten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D2433"/>
                </a:solidFill>
                <a:latin typeface="Inter"/>
              </a:rPr>
              <a:t>€ 3,75 per student per maand, samen € 1.500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495800"/>
            <a:ext cx="5257800" cy="1206500"/>
          </a:xfrm>
          <a:prstGeom prst="roundRect">
            <a:avLst>
              <a:gd name="adj" fmla="val 1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1600" y="4495800"/>
            <a:ext cx="4699000" cy="1206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2200" b="1">
                <a:solidFill>
                  <a:srgbClr val="0B1533"/>
                </a:solidFill>
                <a:latin typeface="Inter"/>
              </a:rPr>
              <a:t>Elke student daarboven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D2433"/>
                </a:solidFill>
                <a:latin typeface="Inter"/>
              </a:rPr>
              <a:t>€ 3 per student per maand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