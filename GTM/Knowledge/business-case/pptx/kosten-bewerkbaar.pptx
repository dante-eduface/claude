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44500"/>
            <a:ext cx="10668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>
                <a:solidFill>
                  <a:srgbClr val="0B1533"/>
                </a:solidFill>
                <a:latin typeface="Inter"/>
              </a:rPr>
              <a:t>KOSTEN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647700"/>
            <a:ext cx="10668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>
                <a:solidFill>
                  <a:srgbClr val="1D2433"/>
                </a:solidFill>
                <a:latin typeface="Inter"/>
              </a:rPr>
              <a:t>Eduface kost de helft van wat nakijken nu kost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066800"/>
            <a:ext cx="9525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400" b="0">
                <a:solidFill>
                  <a:srgbClr val="5B6474"/>
                </a:solidFill>
                <a:latin typeface="Inter"/>
              </a:rPr>
              <a:t>Nakijken kost nu gemiddeld € 35 per opdracht, door eigen docenten en externe beoordelaars samen. Eduface kost een vast bedrag per maand, ook als het aantal opdrachten groeit.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2700">
            <a:solidFill>
              <a:srgbClr val="D9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62000" y="2235200"/>
            <a:ext cx="10668000" cy="0"/>
          </a:xfrm>
          <a:prstGeom prst="line">
            <a:avLst/>
          </a:prstGeom>
          <a:ln w="12700">
            <a:solidFill>
              <a:srgbClr val="D9DD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62000" y="1689100"/>
            <a:ext cx="2032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1D2433"/>
                </a:solidFill>
                <a:latin typeface="Inter"/>
              </a:rPr>
              <a:t>€ 1.500</a:t>
            </a:r>
          </a:p>
          <a:p>
            <a:r>
              <a:rPr sz="1200" b="0">
                <a:solidFill>
                  <a:srgbClr val="5B6474"/>
                </a:solidFill>
                <a:latin typeface="Inter"/>
              </a:rPr>
              <a:t>per maand, vooraf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1000" y="1689100"/>
            <a:ext cx="2032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1D2433"/>
                </a:solidFill>
                <a:latin typeface="Inter"/>
              </a:rPr>
              <a:t>€ 18.000</a:t>
            </a:r>
          </a:p>
          <a:p>
            <a:r>
              <a:rPr sz="1200" b="0">
                <a:solidFill>
                  <a:srgbClr val="5B6474"/>
                </a:solidFill>
                <a:latin typeface="Inter"/>
              </a:rPr>
              <a:t>per jaar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0" y="1689100"/>
            <a:ext cx="2032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>
                <a:solidFill>
                  <a:srgbClr val="1D2433"/>
                </a:solidFill>
                <a:latin typeface="Inter"/>
              </a:rPr>
              <a:t>€ 35</a:t>
            </a:r>
          </a:p>
          <a:p>
            <a:r>
              <a:rPr sz="1200" b="0">
                <a:solidFill>
                  <a:srgbClr val="5B6474"/>
                </a:solidFill>
                <a:latin typeface="Inter"/>
              </a:rPr>
              <a:t>gemiddeld per opdracht nu</a:t>
            </a:r>
          </a:p>
        </p:txBody>
      </p:sp>
      <p:pic>
        <p:nvPicPr>
          <p:cNvPr id="10" name="Picture 9" descr="kosten-grafie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387600"/>
            <a:ext cx="9180723" cy="304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62000" y="5537200"/>
            <a:ext cx="50800" cy="584200"/>
          </a:xfrm>
          <a:prstGeom prst="rect">
            <a:avLst/>
          </a:prstGeom>
          <a:solidFill>
            <a:srgbClr val="0B1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2800" y="5537200"/>
            <a:ext cx="10617200" cy="584200"/>
          </a:xfrm>
          <a:prstGeom prst="rect">
            <a:avLst/>
          </a:prstGeom>
          <a:solidFill>
            <a:srgbClr val="EEF1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0600" y="5537200"/>
            <a:ext cx="10210800" cy="584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00" b="1">
                <a:solidFill>
                  <a:srgbClr val="0B1533"/>
                </a:solidFill>
                <a:latin typeface="Inter"/>
              </a:rPr>
              <a:t>BIJ GROEI</a:t>
            </a:r>
          </a:p>
          <a:p>
            <a:r>
              <a:rPr sz="1400" b="1">
                <a:solidFill>
                  <a:srgbClr val="1D2433"/>
                </a:solidFill>
                <a:latin typeface="Inter"/>
              </a:rPr>
              <a:t>Jaar 2 telt 250 opdrachten meer. De kosten van nakijken stijgen mee, de prijs van Eduface blijft gelijk.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000" y="6248400"/>
            <a:ext cx="10668000" cy="44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5B6474"/>
                </a:solidFill>
                <a:latin typeface="Inter"/>
              </a:rPr>
              <a:t>Jaar 1: 1.057 opdrachten. jaar 2: 1.307 opdrachten. Prijs blijft gelijk zolang het aantal studenten binnen dezelfde staffel valt. € 35 is een gemiddeld tarief over alle opdrachttypes, van kennischeck tot thesis, intern en extern. Uren van eigen docenten tellen mee: die kunnen ook naar lesgeven en 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