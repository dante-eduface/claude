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png"/><Relationship Id="rId19" Type="http://schemas.openxmlformats.org/officeDocument/2006/relationships/image" Target="../media/image18.png"/><Relationship Id="rId20" Type="http://schemas.openxmlformats.org/officeDocument/2006/relationships/image" Target="../media/image19.png"/><Relationship Id="rId21"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1633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01</a:t>
            </a:r>
          </a:p>
        </p:txBody>
      </p:sp>
      <p:sp>
        <p:nvSpPr>
          <p:cNvPr id="3" name="TextBox 2"/>
          <p:cNvSpPr txBox="1"/>
          <p:nvPr/>
        </p:nvSpPr>
        <p:spPr>
          <a:xfrm>
            <a:off x="723900" y="819299"/>
            <a:ext cx="1545669"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Voorstel</a:t>
            </a:r>
          </a:p>
        </p:txBody>
      </p:sp>
      <p:sp>
        <p:nvSpPr>
          <p:cNvPr id="4" name="TextBox 3"/>
          <p:cNvSpPr txBox="1"/>
          <p:nvPr/>
        </p:nvSpPr>
        <p:spPr>
          <a:xfrm>
            <a:off x="723900" y="1814215"/>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5" name="Rectangle 4"/>
          <p:cNvSpPr/>
          <p:nvPr/>
        </p:nvSpPr>
        <p:spPr>
          <a:xfrm>
            <a:off x="719882" y="3264098"/>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928390" y="3292673"/>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7" name="Rounded Rectangle 6"/>
          <p:cNvSpPr/>
          <p:nvPr/>
        </p:nvSpPr>
        <p:spPr>
          <a:xfrm>
            <a:off x="719882" y="3893790"/>
            <a:ext cx="2952006" cy="2687687"/>
          </a:xfrm>
          <a:prstGeom prst="roundRect">
            <a:avLst>
              <a:gd name="adj" fmla="val 8036"/>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TextBox 7"/>
          <p:cNvSpPr txBox="1"/>
          <p:nvPr/>
        </p:nvSpPr>
        <p:spPr>
          <a:xfrm>
            <a:off x="1053405" y="4227314"/>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9" name="TextBox 8"/>
          <p:cNvSpPr txBox="1"/>
          <p:nvPr/>
        </p:nvSpPr>
        <p:spPr>
          <a:xfrm>
            <a:off x="1053405" y="4487614"/>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10" name="TextBox 9"/>
          <p:cNvSpPr txBox="1"/>
          <p:nvPr/>
        </p:nvSpPr>
        <p:spPr>
          <a:xfrm>
            <a:off x="1053405" y="5062240"/>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pic>
        <p:nvPicPr>
          <p:cNvPr id="11" name="Picture 10" descr="svg-0-0.png"/>
          <p:cNvPicPr>
            <a:picLocks noChangeAspect="1"/>
          </p:cNvPicPr>
          <p:nvPr/>
        </p:nvPicPr>
        <p:blipFill>
          <a:blip r:embed="rId2"/>
          <a:stretch>
            <a:fillRect/>
          </a:stretch>
        </p:blipFill>
        <p:spPr>
          <a:xfrm>
            <a:off x="1053405" y="5468689"/>
            <a:ext cx="189607" cy="189607"/>
          </a:xfrm>
          <a:prstGeom prst="rect">
            <a:avLst/>
          </a:prstGeom>
        </p:spPr>
      </p:pic>
      <p:pic>
        <p:nvPicPr>
          <p:cNvPr id="12" name="Picture 11" descr="svg-0-1.png"/>
          <p:cNvPicPr>
            <a:picLocks noChangeAspect="1"/>
          </p:cNvPicPr>
          <p:nvPr/>
        </p:nvPicPr>
        <p:blipFill>
          <a:blip r:embed="rId3"/>
          <a:stretch>
            <a:fillRect/>
          </a:stretch>
        </p:blipFill>
        <p:spPr>
          <a:xfrm>
            <a:off x="1286173" y="5468689"/>
            <a:ext cx="189607" cy="189607"/>
          </a:xfrm>
          <a:prstGeom prst="rect">
            <a:avLst/>
          </a:prstGeom>
        </p:spPr>
      </p:pic>
      <p:pic>
        <p:nvPicPr>
          <p:cNvPr id="13" name="Picture 12" descr="svg-0-2.png"/>
          <p:cNvPicPr>
            <a:picLocks noChangeAspect="1"/>
          </p:cNvPicPr>
          <p:nvPr/>
        </p:nvPicPr>
        <p:blipFill>
          <a:blip r:embed="rId4"/>
          <a:stretch>
            <a:fillRect/>
          </a:stretch>
        </p:blipFill>
        <p:spPr>
          <a:xfrm>
            <a:off x="1518940" y="5468689"/>
            <a:ext cx="189607" cy="189607"/>
          </a:xfrm>
          <a:prstGeom prst="rect">
            <a:avLst/>
          </a:prstGeom>
        </p:spPr>
      </p:pic>
      <p:pic>
        <p:nvPicPr>
          <p:cNvPr id="14" name="Picture 13" descr="svg-0-3.png"/>
          <p:cNvPicPr>
            <a:picLocks noChangeAspect="1"/>
          </p:cNvPicPr>
          <p:nvPr/>
        </p:nvPicPr>
        <p:blipFill>
          <a:blip r:embed="rId5"/>
          <a:stretch>
            <a:fillRect/>
          </a:stretch>
        </p:blipFill>
        <p:spPr>
          <a:xfrm>
            <a:off x="1751707" y="5468689"/>
            <a:ext cx="189756" cy="189756"/>
          </a:xfrm>
          <a:prstGeom prst="rect">
            <a:avLst/>
          </a:prstGeom>
        </p:spPr>
      </p:pic>
      <p:pic>
        <p:nvPicPr>
          <p:cNvPr id="15" name="Picture 14" descr="svg-0-2.png"/>
          <p:cNvPicPr>
            <a:picLocks noChangeAspect="1"/>
          </p:cNvPicPr>
          <p:nvPr/>
        </p:nvPicPr>
        <p:blipFill>
          <a:blip r:embed="rId4"/>
          <a:stretch>
            <a:fillRect/>
          </a:stretch>
        </p:blipFill>
        <p:spPr>
          <a:xfrm>
            <a:off x="1984623" y="5468689"/>
            <a:ext cx="189607" cy="189607"/>
          </a:xfrm>
          <a:prstGeom prst="rect">
            <a:avLst/>
          </a:prstGeom>
        </p:spPr>
      </p:pic>
      <p:pic>
        <p:nvPicPr>
          <p:cNvPr id="16" name="Picture 15" descr="svg-0-5.png"/>
          <p:cNvPicPr>
            <a:picLocks noChangeAspect="1"/>
          </p:cNvPicPr>
          <p:nvPr/>
        </p:nvPicPr>
        <p:blipFill>
          <a:blip r:embed="rId6"/>
          <a:stretch>
            <a:fillRect/>
          </a:stretch>
        </p:blipFill>
        <p:spPr>
          <a:xfrm>
            <a:off x="2217390" y="5468689"/>
            <a:ext cx="189607" cy="189607"/>
          </a:xfrm>
          <a:prstGeom prst="rect">
            <a:avLst/>
          </a:prstGeom>
        </p:spPr>
      </p:pic>
      <p:pic>
        <p:nvPicPr>
          <p:cNvPr id="17" name="Picture 16" descr="svg-0-6.png"/>
          <p:cNvPicPr>
            <a:picLocks noChangeAspect="1"/>
          </p:cNvPicPr>
          <p:nvPr/>
        </p:nvPicPr>
        <p:blipFill>
          <a:blip r:embed="rId7"/>
          <a:stretch>
            <a:fillRect/>
          </a:stretch>
        </p:blipFill>
        <p:spPr>
          <a:xfrm>
            <a:off x="2450157" y="5468689"/>
            <a:ext cx="189756" cy="189756"/>
          </a:xfrm>
          <a:prstGeom prst="rect">
            <a:avLst/>
          </a:prstGeom>
        </p:spPr>
      </p:pic>
      <p:pic>
        <p:nvPicPr>
          <p:cNvPr id="18" name="Picture 17" descr="svg-0-5.png"/>
          <p:cNvPicPr>
            <a:picLocks noChangeAspect="1"/>
          </p:cNvPicPr>
          <p:nvPr/>
        </p:nvPicPr>
        <p:blipFill>
          <a:blip r:embed="rId6"/>
          <a:stretch>
            <a:fillRect/>
          </a:stretch>
        </p:blipFill>
        <p:spPr>
          <a:xfrm>
            <a:off x="2683073" y="5468689"/>
            <a:ext cx="189607" cy="189607"/>
          </a:xfrm>
          <a:prstGeom prst="rect">
            <a:avLst/>
          </a:prstGeom>
        </p:spPr>
      </p:pic>
      <p:pic>
        <p:nvPicPr>
          <p:cNvPr id="19" name="Picture 18" descr="svg-0-8.png"/>
          <p:cNvPicPr>
            <a:picLocks noChangeAspect="1"/>
          </p:cNvPicPr>
          <p:nvPr/>
        </p:nvPicPr>
        <p:blipFill>
          <a:blip r:embed="rId8"/>
          <a:stretch>
            <a:fillRect/>
          </a:stretch>
        </p:blipFill>
        <p:spPr>
          <a:xfrm>
            <a:off x="2915841" y="5468689"/>
            <a:ext cx="189607" cy="189607"/>
          </a:xfrm>
          <a:prstGeom prst="rect">
            <a:avLst/>
          </a:prstGeom>
        </p:spPr>
      </p:pic>
      <p:pic>
        <p:nvPicPr>
          <p:cNvPr id="20" name="Picture 19" descr="svg-0-9.png"/>
          <p:cNvPicPr>
            <a:picLocks noChangeAspect="1"/>
          </p:cNvPicPr>
          <p:nvPr/>
        </p:nvPicPr>
        <p:blipFill>
          <a:blip r:embed="rId9"/>
          <a:stretch>
            <a:fillRect/>
          </a:stretch>
        </p:blipFill>
        <p:spPr>
          <a:xfrm>
            <a:off x="3148608" y="5468689"/>
            <a:ext cx="189756" cy="189756"/>
          </a:xfrm>
          <a:prstGeom prst="rect">
            <a:avLst/>
          </a:prstGeom>
        </p:spPr>
      </p:pic>
      <p:sp>
        <p:nvSpPr>
          <p:cNvPr id="21" name="Rounded Rectangle 20"/>
          <p:cNvSpPr/>
          <p:nvPr/>
        </p:nvSpPr>
        <p:spPr>
          <a:xfrm>
            <a:off x="1053405" y="5730329"/>
            <a:ext cx="2284958" cy="303758"/>
          </a:xfrm>
          <a:prstGeom prst="roundRect">
            <a:avLst>
              <a:gd name="adj" fmla="val 23703"/>
            </a:avLst>
          </a:prstGeom>
          <a:noFill/>
          <a:ln w="9525">
            <a:solidFill>
              <a:srgbClr val="555A78"/>
            </a:solid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2" name="Picture 21" descr="svg-0-10.png"/>
          <p:cNvPicPr>
            <a:picLocks noChangeAspect="1"/>
          </p:cNvPicPr>
          <p:nvPr/>
        </p:nvPicPr>
        <p:blipFill>
          <a:blip r:embed="rId10"/>
          <a:stretch>
            <a:fillRect/>
          </a:stretch>
        </p:blipFill>
        <p:spPr>
          <a:xfrm>
            <a:off x="1116806" y="5793730"/>
            <a:ext cx="176957" cy="176957"/>
          </a:xfrm>
          <a:prstGeom prst="rect">
            <a:avLst/>
          </a:prstGeom>
        </p:spPr>
      </p:pic>
      <p:pic>
        <p:nvPicPr>
          <p:cNvPr id="23" name="Picture 22" descr="svg-0-11.png"/>
          <p:cNvPicPr>
            <a:picLocks noChangeAspect="1"/>
          </p:cNvPicPr>
          <p:nvPr/>
        </p:nvPicPr>
        <p:blipFill>
          <a:blip r:embed="rId11"/>
          <a:stretch>
            <a:fillRect/>
          </a:stretch>
        </p:blipFill>
        <p:spPr>
          <a:xfrm>
            <a:off x="1336923" y="5793730"/>
            <a:ext cx="176957" cy="176957"/>
          </a:xfrm>
          <a:prstGeom prst="rect">
            <a:avLst/>
          </a:prstGeom>
        </p:spPr>
      </p:pic>
      <p:pic>
        <p:nvPicPr>
          <p:cNvPr id="24" name="Picture 23" descr="svg-0-12.png"/>
          <p:cNvPicPr>
            <a:picLocks noChangeAspect="1"/>
          </p:cNvPicPr>
          <p:nvPr/>
        </p:nvPicPr>
        <p:blipFill>
          <a:blip r:embed="rId12"/>
          <a:stretch>
            <a:fillRect/>
          </a:stretch>
        </p:blipFill>
        <p:spPr>
          <a:xfrm>
            <a:off x="1557040" y="5793730"/>
            <a:ext cx="176957" cy="176957"/>
          </a:xfrm>
          <a:prstGeom prst="rect">
            <a:avLst/>
          </a:prstGeom>
        </p:spPr>
      </p:pic>
      <p:pic>
        <p:nvPicPr>
          <p:cNvPr id="25" name="Picture 24" descr="svg-0-13.png"/>
          <p:cNvPicPr>
            <a:picLocks noChangeAspect="1"/>
          </p:cNvPicPr>
          <p:nvPr/>
        </p:nvPicPr>
        <p:blipFill>
          <a:blip r:embed="rId13"/>
          <a:stretch>
            <a:fillRect/>
          </a:stretch>
        </p:blipFill>
        <p:spPr>
          <a:xfrm>
            <a:off x="1777157" y="5793730"/>
            <a:ext cx="176957" cy="176957"/>
          </a:xfrm>
          <a:prstGeom prst="rect">
            <a:avLst/>
          </a:prstGeom>
        </p:spPr>
      </p:pic>
      <p:pic>
        <p:nvPicPr>
          <p:cNvPr id="26" name="Picture 25" descr="svg-0-14.png"/>
          <p:cNvPicPr>
            <a:picLocks noChangeAspect="1"/>
          </p:cNvPicPr>
          <p:nvPr/>
        </p:nvPicPr>
        <p:blipFill>
          <a:blip r:embed="rId14"/>
          <a:stretch>
            <a:fillRect/>
          </a:stretch>
        </p:blipFill>
        <p:spPr>
          <a:xfrm>
            <a:off x="1997273" y="5793730"/>
            <a:ext cx="176957" cy="176957"/>
          </a:xfrm>
          <a:prstGeom prst="rect">
            <a:avLst/>
          </a:prstGeom>
        </p:spPr>
      </p:pic>
      <p:pic>
        <p:nvPicPr>
          <p:cNvPr id="27" name="Picture 26" descr="svg-0-14.png"/>
          <p:cNvPicPr>
            <a:picLocks noChangeAspect="1"/>
          </p:cNvPicPr>
          <p:nvPr/>
        </p:nvPicPr>
        <p:blipFill>
          <a:blip r:embed="rId14"/>
          <a:stretch>
            <a:fillRect/>
          </a:stretch>
        </p:blipFill>
        <p:spPr>
          <a:xfrm>
            <a:off x="2217390" y="5793730"/>
            <a:ext cx="176957" cy="176957"/>
          </a:xfrm>
          <a:prstGeom prst="rect">
            <a:avLst/>
          </a:prstGeom>
        </p:spPr>
      </p:pic>
      <p:pic>
        <p:nvPicPr>
          <p:cNvPr id="28" name="Picture 27" descr="svg-0-14.png"/>
          <p:cNvPicPr>
            <a:picLocks noChangeAspect="1"/>
          </p:cNvPicPr>
          <p:nvPr/>
        </p:nvPicPr>
        <p:blipFill>
          <a:blip r:embed="rId14"/>
          <a:stretch>
            <a:fillRect/>
          </a:stretch>
        </p:blipFill>
        <p:spPr>
          <a:xfrm>
            <a:off x="2437507" y="5793730"/>
            <a:ext cx="176957" cy="176957"/>
          </a:xfrm>
          <a:prstGeom prst="rect">
            <a:avLst/>
          </a:prstGeom>
        </p:spPr>
      </p:pic>
      <p:pic>
        <p:nvPicPr>
          <p:cNvPr id="29" name="Picture 28" descr="svg-0-11.png"/>
          <p:cNvPicPr>
            <a:picLocks noChangeAspect="1"/>
          </p:cNvPicPr>
          <p:nvPr/>
        </p:nvPicPr>
        <p:blipFill>
          <a:blip r:embed="rId11"/>
          <a:stretch>
            <a:fillRect/>
          </a:stretch>
        </p:blipFill>
        <p:spPr>
          <a:xfrm>
            <a:off x="2657624" y="5793730"/>
            <a:ext cx="176957" cy="176957"/>
          </a:xfrm>
          <a:prstGeom prst="rect">
            <a:avLst/>
          </a:prstGeom>
        </p:spPr>
      </p:pic>
      <p:pic>
        <p:nvPicPr>
          <p:cNvPr id="30" name="Picture 29" descr="svg-0-18.png"/>
          <p:cNvPicPr>
            <a:picLocks noChangeAspect="1"/>
          </p:cNvPicPr>
          <p:nvPr/>
        </p:nvPicPr>
        <p:blipFill>
          <a:blip r:embed="rId15"/>
          <a:stretch>
            <a:fillRect/>
          </a:stretch>
        </p:blipFill>
        <p:spPr>
          <a:xfrm>
            <a:off x="2877741" y="5793730"/>
            <a:ext cx="176957" cy="176957"/>
          </a:xfrm>
          <a:prstGeom prst="rect">
            <a:avLst/>
          </a:prstGeom>
        </p:spPr>
      </p:pic>
      <p:pic>
        <p:nvPicPr>
          <p:cNvPr id="31" name="Picture 30" descr="svg-0-11.png"/>
          <p:cNvPicPr>
            <a:picLocks noChangeAspect="1"/>
          </p:cNvPicPr>
          <p:nvPr/>
        </p:nvPicPr>
        <p:blipFill>
          <a:blip r:embed="rId11"/>
          <a:stretch>
            <a:fillRect/>
          </a:stretch>
        </p:blipFill>
        <p:spPr>
          <a:xfrm>
            <a:off x="3097857" y="5793730"/>
            <a:ext cx="176957" cy="176957"/>
          </a:xfrm>
          <a:prstGeom prst="rect">
            <a:avLst/>
          </a:prstGeom>
        </p:spPr>
      </p:pic>
      <p:sp>
        <p:nvSpPr>
          <p:cNvPr id="32" name="TextBox 31"/>
          <p:cNvSpPr txBox="1"/>
          <p:nvPr/>
        </p:nvSpPr>
        <p:spPr>
          <a:xfrm>
            <a:off x="1053405" y="6087963"/>
            <a:ext cx="1503998"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Krijgt nu geen feedback</a:t>
            </a:r>
          </a:p>
        </p:txBody>
      </p:sp>
      <p:sp>
        <p:nvSpPr>
          <p:cNvPr id="33" name="Rounded Rectangle 32"/>
          <p:cNvSpPr/>
          <p:nvPr/>
        </p:nvSpPr>
        <p:spPr>
          <a:xfrm>
            <a:off x="3887837" y="3893790"/>
            <a:ext cx="2952155" cy="2687687"/>
          </a:xfrm>
          <a:prstGeom prst="roundRect">
            <a:avLst>
              <a:gd name="adj" fmla="val 8036"/>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4211836" y="4217789"/>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5" name="TextBox 34"/>
          <p:cNvSpPr txBox="1"/>
          <p:nvPr/>
        </p:nvSpPr>
        <p:spPr>
          <a:xfrm>
            <a:off x="4211836" y="4478089"/>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6" name="TextBox 35"/>
          <p:cNvSpPr txBox="1"/>
          <p:nvPr/>
        </p:nvSpPr>
        <p:spPr>
          <a:xfrm>
            <a:off x="4211836" y="5052715"/>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pic>
        <p:nvPicPr>
          <p:cNvPr id="37" name="Picture 36" descr="svg-0-20.png"/>
          <p:cNvPicPr>
            <a:picLocks noChangeAspect="1"/>
          </p:cNvPicPr>
          <p:nvPr/>
        </p:nvPicPr>
        <p:blipFill>
          <a:blip r:embed="rId16"/>
          <a:stretch>
            <a:fillRect/>
          </a:stretch>
        </p:blipFill>
        <p:spPr>
          <a:xfrm>
            <a:off x="4211836" y="5459164"/>
            <a:ext cx="191542" cy="191542"/>
          </a:xfrm>
          <a:prstGeom prst="rect">
            <a:avLst/>
          </a:prstGeom>
        </p:spPr>
      </p:pic>
      <p:pic>
        <p:nvPicPr>
          <p:cNvPr id="38" name="Picture 37" descr="svg-0-21.png"/>
          <p:cNvPicPr>
            <a:picLocks noChangeAspect="1"/>
          </p:cNvPicPr>
          <p:nvPr/>
        </p:nvPicPr>
        <p:blipFill>
          <a:blip r:embed="rId17"/>
          <a:stretch>
            <a:fillRect/>
          </a:stretch>
        </p:blipFill>
        <p:spPr>
          <a:xfrm>
            <a:off x="4446538" y="5459164"/>
            <a:ext cx="191542" cy="191542"/>
          </a:xfrm>
          <a:prstGeom prst="rect">
            <a:avLst/>
          </a:prstGeom>
        </p:spPr>
      </p:pic>
      <p:pic>
        <p:nvPicPr>
          <p:cNvPr id="39" name="Picture 38" descr="svg-0-22.png"/>
          <p:cNvPicPr>
            <a:picLocks noChangeAspect="1"/>
          </p:cNvPicPr>
          <p:nvPr/>
        </p:nvPicPr>
        <p:blipFill>
          <a:blip r:embed="rId18"/>
          <a:stretch>
            <a:fillRect/>
          </a:stretch>
        </p:blipFill>
        <p:spPr>
          <a:xfrm>
            <a:off x="4681240" y="5459164"/>
            <a:ext cx="191542" cy="191542"/>
          </a:xfrm>
          <a:prstGeom prst="rect">
            <a:avLst/>
          </a:prstGeom>
        </p:spPr>
      </p:pic>
      <p:pic>
        <p:nvPicPr>
          <p:cNvPr id="40" name="Picture 39" descr="svg-0-20.png"/>
          <p:cNvPicPr>
            <a:picLocks noChangeAspect="1"/>
          </p:cNvPicPr>
          <p:nvPr/>
        </p:nvPicPr>
        <p:blipFill>
          <a:blip r:embed="rId16"/>
          <a:stretch>
            <a:fillRect/>
          </a:stretch>
        </p:blipFill>
        <p:spPr>
          <a:xfrm>
            <a:off x="4915942" y="5459164"/>
            <a:ext cx="191542" cy="191542"/>
          </a:xfrm>
          <a:prstGeom prst="rect">
            <a:avLst/>
          </a:prstGeom>
        </p:spPr>
      </p:pic>
      <p:pic>
        <p:nvPicPr>
          <p:cNvPr id="41" name="Picture 40" descr="svg-0-21.png"/>
          <p:cNvPicPr>
            <a:picLocks noChangeAspect="1"/>
          </p:cNvPicPr>
          <p:nvPr/>
        </p:nvPicPr>
        <p:blipFill>
          <a:blip r:embed="rId17"/>
          <a:stretch>
            <a:fillRect/>
          </a:stretch>
        </p:blipFill>
        <p:spPr>
          <a:xfrm>
            <a:off x="5150644" y="5459164"/>
            <a:ext cx="191542" cy="191542"/>
          </a:xfrm>
          <a:prstGeom prst="rect">
            <a:avLst/>
          </a:prstGeom>
        </p:spPr>
      </p:pic>
      <p:pic>
        <p:nvPicPr>
          <p:cNvPr id="42" name="Picture 41" descr="svg-0-25.png"/>
          <p:cNvPicPr>
            <a:picLocks noChangeAspect="1"/>
          </p:cNvPicPr>
          <p:nvPr/>
        </p:nvPicPr>
        <p:blipFill>
          <a:blip r:embed="rId19"/>
          <a:stretch>
            <a:fillRect/>
          </a:stretch>
        </p:blipFill>
        <p:spPr>
          <a:xfrm>
            <a:off x="5385346" y="5459164"/>
            <a:ext cx="191691" cy="191691"/>
          </a:xfrm>
          <a:prstGeom prst="rect">
            <a:avLst/>
          </a:prstGeom>
        </p:spPr>
      </p:pic>
      <p:pic>
        <p:nvPicPr>
          <p:cNvPr id="43" name="Picture 42" descr="svg-0-20.png"/>
          <p:cNvPicPr>
            <a:picLocks noChangeAspect="1"/>
          </p:cNvPicPr>
          <p:nvPr/>
        </p:nvPicPr>
        <p:blipFill>
          <a:blip r:embed="rId16"/>
          <a:stretch>
            <a:fillRect/>
          </a:stretch>
        </p:blipFill>
        <p:spPr>
          <a:xfrm>
            <a:off x="5620196" y="5459164"/>
            <a:ext cx="191542" cy="191542"/>
          </a:xfrm>
          <a:prstGeom prst="rect">
            <a:avLst/>
          </a:prstGeom>
        </p:spPr>
      </p:pic>
      <p:pic>
        <p:nvPicPr>
          <p:cNvPr id="44" name="Picture 43" descr="svg-0-21.png"/>
          <p:cNvPicPr>
            <a:picLocks noChangeAspect="1"/>
          </p:cNvPicPr>
          <p:nvPr/>
        </p:nvPicPr>
        <p:blipFill>
          <a:blip r:embed="rId17"/>
          <a:stretch>
            <a:fillRect/>
          </a:stretch>
        </p:blipFill>
        <p:spPr>
          <a:xfrm>
            <a:off x="5854898" y="5459164"/>
            <a:ext cx="191542" cy="191542"/>
          </a:xfrm>
          <a:prstGeom prst="rect">
            <a:avLst/>
          </a:prstGeom>
        </p:spPr>
      </p:pic>
      <p:pic>
        <p:nvPicPr>
          <p:cNvPr id="45" name="Picture 44" descr="svg-0-20.png"/>
          <p:cNvPicPr>
            <a:picLocks noChangeAspect="1"/>
          </p:cNvPicPr>
          <p:nvPr/>
        </p:nvPicPr>
        <p:blipFill>
          <a:blip r:embed="rId16"/>
          <a:stretch>
            <a:fillRect/>
          </a:stretch>
        </p:blipFill>
        <p:spPr>
          <a:xfrm>
            <a:off x="6089600" y="5459164"/>
            <a:ext cx="191542" cy="191542"/>
          </a:xfrm>
          <a:prstGeom prst="rect">
            <a:avLst/>
          </a:prstGeom>
        </p:spPr>
      </p:pic>
      <p:pic>
        <p:nvPicPr>
          <p:cNvPr id="46" name="Picture 45" descr="svg-0-29.png"/>
          <p:cNvPicPr>
            <a:picLocks noChangeAspect="1"/>
          </p:cNvPicPr>
          <p:nvPr/>
        </p:nvPicPr>
        <p:blipFill>
          <a:blip r:embed="rId20"/>
          <a:stretch>
            <a:fillRect/>
          </a:stretch>
        </p:blipFill>
        <p:spPr>
          <a:xfrm>
            <a:off x="6324302" y="5459164"/>
            <a:ext cx="191542" cy="191542"/>
          </a:xfrm>
          <a:prstGeom prst="rect">
            <a:avLst/>
          </a:prstGeom>
        </p:spPr>
      </p:pic>
      <p:pic>
        <p:nvPicPr>
          <p:cNvPr id="47" name="Picture 46" descr="svg-0-20.png"/>
          <p:cNvPicPr>
            <a:picLocks noChangeAspect="1"/>
          </p:cNvPicPr>
          <p:nvPr/>
        </p:nvPicPr>
        <p:blipFill>
          <a:blip r:embed="rId16"/>
          <a:stretch>
            <a:fillRect/>
          </a:stretch>
        </p:blipFill>
        <p:spPr>
          <a:xfrm>
            <a:off x="4211836" y="5708452"/>
            <a:ext cx="191542" cy="191542"/>
          </a:xfrm>
          <a:prstGeom prst="rect">
            <a:avLst/>
          </a:prstGeom>
        </p:spPr>
      </p:pic>
      <p:pic>
        <p:nvPicPr>
          <p:cNvPr id="48" name="Picture 47" descr="svg-0-21.png"/>
          <p:cNvPicPr>
            <a:picLocks noChangeAspect="1"/>
          </p:cNvPicPr>
          <p:nvPr/>
        </p:nvPicPr>
        <p:blipFill>
          <a:blip r:embed="rId17"/>
          <a:stretch>
            <a:fillRect/>
          </a:stretch>
        </p:blipFill>
        <p:spPr>
          <a:xfrm>
            <a:off x="4446538" y="5708452"/>
            <a:ext cx="191542" cy="191542"/>
          </a:xfrm>
          <a:prstGeom prst="rect">
            <a:avLst/>
          </a:prstGeom>
        </p:spPr>
      </p:pic>
      <p:pic>
        <p:nvPicPr>
          <p:cNvPr id="49" name="Picture 48" descr="svg-0-22.png"/>
          <p:cNvPicPr>
            <a:picLocks noChangeAspect="1"/>
          </p:cNvPicPr>
          <p:nvPr/>
        </p:nvPicPr>
        <p:blipFill>
          <a:blip r:embed="rId18"/>
          <a:stretch>
            <a:fillRect/>
          </a:stretch>
        </p:blipFill>
        <p:spPr>
          <a:xfrm>
            <a:off x="4681240" y="5708452"/>
            <a:ext cx="191542" cy="191542"/>
          </a:xfrm>
          <a:prstGeom prst="rect">
            <a:avLst/>
          </a:prstGeom>
        </p:spPr>
      </p:pic>
      <p:pic>
        <p:nvPicPr>
          <p:cNvPr id="50" name="Picture 49" descr="svg-0-20.png"/>
          <p:cNvPicPr>
            <a:picLocks noChangeAspect="1"/>
          </p:cNvPicPr>
          <p:nvPr/>
        </p:nvPicPr>
        <p:blipFill>
          <a:blip r:embed="rId16"/>
          <a:stretch>
            <a:fillRect/>
          </a:stretch>
        </p:blipFill>
        <p:spPr>
          <a:xfrm>
            <a:off x="4915942" y="5708452"/>
            <a:ext cx="191542" cy="191542"/>
          </a:xfrm>
          <a:prstGeom prst="rect">
            <a:avLst/>
          </a:prstGeom>
        </p:spPr>
      </p:pic>
      <p:pic>
        <p:nvPicPr>
          <p:cNvPr id="51" name="Picture 50" descr="svg-0-21.png"/>
          <p:cNvPicPr>
            <a:picLocks noChangeAspect="1"/>
          </p:cNvPicPr>
          <p:nvPr/>
        </p:nvPicPr>
        <p:blipFill>
          <a:blip r:embed="rId17"/>
          <a:stretch>
            <a:fillRect/>
          </a:stretch>
        </p:blipFill>
        <p:spPr>
          <a:xfrm>
            <a:off x="5150644" y="5708452"/>
            <a:ext cx="191542" cy="191542"/>
          </a:xfrm>
          <a:prstGeom prst="rect">
            <a:avLst/>
          </a:prstGeom>
        </p:spPr>
      </p:pic>
      <p:pic>
        <p:nvPicPr>
          <p:cNvPr id="52" name="Picture 51" descr="svg-0-25.png"/>
          <p:cNvPicPr>
            <a:picLocks noChangeAspect="1"/>
          </p:cNvPicPr>
          <p:nvPr/>
        </p:nvPicPr>
        <p:blipFill>
          <a:blip r:embed="rId19"/>
          <a:stretch>
            <a:fillRect/>
          </a:stretch>
        </p:blipFill>
        <p:spPr>
          <a:xfrm>
            <a:off x="5385346" y="5708452"/>
            <a:ext cx="191691" cy="191691"/>
          </a:xfrm>
          <a:prstGeom prst="rect">
            <a:avLst/>
          </a:prstGeom>
        </p:spPr>
      </p:pic>
      <p:pic>
        <p:nvPicPr>
          <p:cNvPr id="53" name="Picture 52" descr="svg-0-20.png"/>
          <p:cNvPicPr>
            <a:picLocks noChangeAspect="1"/>
          </p:cNvPicPr>
          <p:nvPr/>
        </p:nvPicPr>
        <p:blipFill>
          <a:blip r:embed="rId16"/>
          <a:stretch>
            <a:fillRect/>
          </a:stretch>
        </p:blipFill>
        <p:spPr>
          <a:xfrm>
            <a:off x="5620196" y="5708452"/>
            <a:ext cx="191542" cy="191542"/>
          </a:xfrm>
          <a:prstGeom prst="rect">
            <a:avLst/>
          </a:prstGeom>
        </p:spPr>
      </p:pic>
      <p:pic>
        <p:nvPicPr>
          <p:cNvPr id="54" name="Picture 53" descr="svg-0-21.png"/>
          <p:cNvPicPr>
            <a:picLocks noChangeAspect="1"/>
          </p:cNvPicPr>
          <p:nvPr/>
        </p:nvPicPr>
        <p:blipFill>
          <a:blip r:embed="rId17"/>
          <a:stretch>
            <a:fillRect/>
          </a:stretch>
        </p:blipFill>
        <p:spPr>
          <a:xfrm>
            <a:off x="5854898" y="5708452"/>
            <a:ext cx="191542" cy="191542"/>
          </a:xfrm>
          <a:prstGeom prst="rect">
            <a:avLst/>
          </a:prstGeom>
        </p:spPr>
      </p:pic>
      <p:pic>
        <p:nvPicPr>
          <p:cNvPr id="55" name="Picture 54" descr="svg-0-20.png"/>
          <p:cNvPicPr>
            <a:picLocks noChangeAspect="1"/>
          </p:cNvPicPr>
          <p:nvPr/>
        </p:nvPicPr>
        <p:blipFill>
          <a:blip r:embed="rId16"/>
          <a:stretch>
            <a:fillRect/>
          </a:stretch>
        </p:blipFill>
        <p:spPr>
          <a:xfrm>
            <a:off x="6089600" y="5708452"/>
            <a:ext cx="191542" cy="191542"/>
          </a:xfrm>
          <a:prstGeom prst="rect">
            <a:avLst/>
          </a:prstGeom>
        </p:spPr>
      </p:pic>
      <p:pic>
        <p:nvPicPr>
          <p:cNvPr id="56" name="Picture 55" descr="svg-0-29.png"/>
          <p:cNvPicPr>
            <a:picLocks noChangeAspect="1"/>
          </p:cNvPicPr>
          <p:nvPr/>
        </p:nvPicPr>
        <p:blipFill>
          <a:blip r:embed="rId20"/>
          <a:stretch>
            <a:fillRect/>
          </a:stretch>
        </p:blipFill>
        <p:spPr>
          <a:xfrm>
            <a:off x="6324302" y="5708452"/>
            <a:ext cx="191542" cy="191542"/>
          </a:xfrm>
          <a:prstGeom prst="rect">
            <a:avLst/>
          </a:prstGeom>
        </p:spPr>
      </p:pic>
      <p:sp>
        <p:nvSpPr>
          <p:cNvPr id="57" name="TextBox 56"/>
          <p:cNvSpPr txBox="1"/>
          <p:nvPr/>
        </p:nvSpPr>
        <p:spPr>
          <a:xfrm>
            <a:off x="723900" y="6689378"/>
            <a:ext cx="2804827"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 poppetje staat voor 5% van de studenten.</a:t>
            </a:r>
          </a:p>
        </p:txBody>
      </p:sp>
      <p:sp>
        <p:nvSpPr>
          <p:cNvPr id="58" name="Rounded Rectangle 57"/>
          <p:cNvSpPr/>
          <p:nvPr/>
        </p:nvSpPr>
        <p:spPr>
          <a:xfrm>
            <a:off x="719882" y="7065318"/>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9" name="TextBox 58"/>
          <p:cNvSpPr txBox="1"/>
          <p:nvPr/>
        </p:nvSpPr>
        <p:spPr>
          <a:xfrm>
            <a:off x="1043880" y="7398841"/>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60" name="TextBox 59"/>
          <p:cNvSpPr txBox="1"/>
          <p:nvPr/>
        </p:nvSpPr>
        <p:spPr>
          <a:xfrm>
            <a:off x="1043880" y="7973467"/>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61" name="Picture 60" descr="academica.png"/>
          <p:cNvPicPr>
            <a:picLocks noChangeAspect="1"/>
          </p:cNvPicPr>
          <p:nvPr/>
        </p:nvPicPr>
        <p:blipFill>
          <a:blip r:embed="rId21"/>
          <a:stretch>
            <a:fillRect/>
          </a:stretch>
        </p:blipFill>
        <p:spPr>
          <a:xfrm>
            <a:off x="742950" y="10182225"/>
            <a:ext cx="784860" cy="152400"/>
          </a:xfrm>
          <a:prstGeom prst="rect">
            <a:avLst/>
          </a:prstGeom>
        </p:spPr>
      </p:pic>
      <p:sp>
        <p:nvSpPr>
          <p:cNvPr id="62" name="TextBox 61"/>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2006"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02</a:t>
            </a:r>
          </a:p>
        </p:txBody>
      </p:sp>
      <p:sp>
        <p:nvSpPr>
          <p:cNvPr id="4" name="TextBox 3"/>
          <p:cNvSpPr txBox="1"/>
          <p:nvPr/>
        </p:nvSpPr>
        <p:spPr>
          <a:xfrm>
            <a:off x="723900" y="819299"/>
            <a:ext cx="1269468"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Kosten</a:t>
            </a:r>
          </a:p>
        </p:txBody>
      </p:sp>
      <p:sp>
        <p:nvSpPr>
          <p:cNvPr id="5" name="Rounded Rectangle 4"/>
          <p:cNvSpPr/>
          <p:nvPr/>
        </p:nvSpPr>
        <p:spPr>
          <a:xfrm>
            <a:off x="719882" y="1795165"/>
            <a:ext cx="6120110" cy="3347591"/>
          </a:xfrm>
          <a:prstGeom prst="roundRect">
            <a:avLst>
              <a:gd name="adj" fmla="val 6452"/>
            </a:avLst>
          </a:prstGeom>
          <a:solidFill>
            <a:srgbClr val="E4E0F5"/>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2128689"/>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7" name="TextBox 6"/>
          <p:cNvSpPr txBox="1"/>
          <p:nvPr/>
        </p:nvSpPr>
        <p:spPr>
          <a:xfrm>
            <a:off x="1043880" y="2703314"/>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8" name="Rounded Rectangle 7"/>
          <p:cNvSpPr/>
          <p:nvPr/>
        </p:nvSpPr>
        <p:spPr>
          <a:xfrm>
            <a:off x="1043880" y="3109764"/>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335238"/>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10" name="TextBox 9"/>
          <p:cNvSpPr txBox="1"/>
          <p:nvPr/>
        </p:nvSpPr>
        <p:spPr>
          <a:xfrm>
            <a:off x="1259830" y="3528268"/>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11" name="TextBox 10"/>
          <p:cNvSpPr txBox="1"/>
          <p:nvPr/>
        </p:nvSpPr>
        <p:spPr>
          <a:xfrm>
            <a:off x="1259830" y="3868192"/>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2" name="Rounded Rectangle 11"/>
          <p:cNvSpPr/>
          <p:nvPr/>
        </p:nvSpPr>
        <p:spPr>
          <a:xfrm>
            <a:off x="2627709" y="389036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890367"/>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813173" y="3868192"/>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5" name="TextBox 14"/>
          <p:cNvSpPr txBox="1"/>
          <p:nvPr/>
        </p:nvSpPr>
        <p:spPr>
          <a:xfrm>
            <a:off x="1259830" y="4146500"/>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6" name="Rounded Rectangle 15"/>
          <p:cNvSpPr/>
          <p:nvPr/>
        </p:nvSpPr>
        <p:spPr>
          <a:xfrm>
            <a:off x="2627709" y="416867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627709" y="4168676"/>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794171" y="4146500"/>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9" name="TextBox 18"/>
          <p:cNvSpPr txBox="1"/>
          <p:nvPr/>
        </p:nvSpPr>
        <p:spPr>
          <a:xfrm>
            <a:off x="1043880" y="4658767"/>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sp>
        <p:nvSpPr>
          <p:cNvPr id="20" name="Rounded Rectangle 19"/>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academica.png"/>
          <p:cNvPicPr>
            <a:picLocks noChangeAspect="1"/>
          </p:cNvPicPr>
          <p:nvPr/>
        </p:nvPicPr>
        <p:blipFill>
          <a:blip r:embed="rId2"/>
          <a:stretch>
            <a:fillRect/>
          </a:stretch>
        </p:blipFill>
        <p:spPr>
          <a:xfrm>
            <a:off x="742950" y="10182225"/>
            <a:ext cx="784860" cy="152400"/>
          </a:xfrm>
          <a:prstGeom prst="rect">
            <a:avLst/>
          </a:prstGeom>
        </p:spPr>
      </p:pic>
      <p:sp>
        <p:nvSpPr>
          <p:cNvPr id="22" name="TextBox 21"/>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367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03</a:t>
            </a:r>
          </a:p>
        </p:txBody>
      </p:sp>
      <p:sp>
        <p:nvSpPr>
          <p:cNvPr id="3" name="TextBox 2"/>
          <p:cNvSpPr txBox="1"/>
          <p:nvPr/>
        </p:nvSpPr>
        <p:spPr>
          <a:xfrm>
            <a:off x="723900" y="819299"/>
            <a:ext cx="200222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Opbrengst</a:t>
            </a:r>
          </a:p>
        </p:txBody>
      </p:sp>
      <p:sp>
        <p:nvSpPr>
          <p:cNvPr id="4" name="Rounded Rectangle 3"/>
          <p:cNvSpPr/>
          <p:nvPr/>
        </p:nvSpPr>
        <p:spPr>
          <a:xfrm>
            <a:off x="719882" y="1795165"/>
            <a:ext cx="6120110" cy="2999482"/>
          </a:xfrm>
          <a:prstGeom prst="roundRect">
            <a:avLst>
              <a:gd name="adj" fmla="val 7201"/>
            </a:avLst>
          </a:prstGeom>
          <a:solidFill>
            <a:srgbClr val="DFE8F3"/>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Rounded Rectangle 4"/>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6" name="Picture 5" descr="svg-2-0.png"/>
          <p:cNvPicPr>
            <a:picLocks noChangeAspect="1"/>
          </p:cNvPicPr>
          <p:nvPr/>
        </p:nvPicPr>
        <p:blipFill>
          <a:blip r:embed="rId2"/>
          <a:stretch>
            <a:fillRect/>
          </a:stretch>
        </p:blipFill>
        <p:spPr>
          <a:xfrm>
            <a:off x="1133773" y="2209056"/>
            <a:ext cx="179933" cy="179933"/>
          </a:xfrm>
          <a:prstGeom prst="rect">
            <a:avLst/>
          </a:prstGeom>
        </p:spPr>
      </p:pic>
      <p:sp>
        <p:nvSpPr>
          <p:cNvPr id="7" name="TextBox 6"/>
          <p:cNvSpPr txBox="1"/>
          <p:nvPr/>
        </p:nvSpPr>
        <p:spPr>
          <a:xfrm>
            <a:off x="1547664" y="2198043"/>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8" name="TextBox 7"/>
          <p:cNvSpPr txBox="1"/>
          <p:nvPr/>
        </p:nvSpPr>
        <p:spPr>
          <a:xfrm>
            <a:off x="1043880" y="2605980"/>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9" name="Rounded Rectangle 8"/>
          <p:cNvSpPr/>
          <p:nvPr/>
        </p:nvSpPr>
        <p:spPr>
          <a:xfrm>
            <a:off x="1043880" y="3012430"/>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TextBox 9"/>
          <p:cNvSpPr txBox="1"/>
          <p:nvPr/>
        </p:nvSpPr>
        <p:spPr>
          <a:xfrm>
            <a:off x="1259830" y="3237905"/>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1" name="TextBox 10"/>
          <p:cNvSpPr txBox="1"/>
          <p:nvPr/>
        </p:nvSpPr>
        <p:spPr>
          <a:xfrm>
            <a:off x="1259830" y="3430935"/>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2" name="Rectangle 11"/>
          <p:cNvSpPr/>
          <p:nvPr/>
        </p:nvSpPr>
        <p:spPr>
          <a:xfrm>
            <a:off x="1259830" y="3907631"/>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491555"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106513"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567732"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3116759"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1259830"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8" name="TextBox 17"/>
          <p:cNvSpPr txBox="1"/>
          <p:nvPr/>
        </p:nvSpPr>
        <p:spPr>
          <a:xfrm>
            <a:off x="3117652"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9" name="Rounded Rectangle 18"/>
          <p:cNvSpPr/>
          <p:nvPr/>
        </p:nvSpPr>
        <p:spPr>
          <a:xfrm>
            <a:off x="3887837" y="3012430"/>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4103787" y="3237905"/>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1" name="TextBox 20"/>
          <p:cNvSpPr txBox="1"/>
          <p:nvPr/>
        </p:nvSpPr>
        <p:spPr>
          <a:xfrm>
            <a:off x="4103787" y="3430935"/>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2" name="Rectangle 21"/>
          <p:cNvSpPr/>
          <p:nvPr/>
        </p:nvSpPr>
        <p:spPr>
          <a:xfrm>
            <a:off x="4103787" y="3907631"/>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4994523"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126236"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257949"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5389811"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4103787"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8" name="TextBox 27"/>
          <p:cNvSpPr txBox="1"/>
          <p:nvPr/>
        </p:nvSpPr>
        <p:spPr>
          <a:xfrm>
            <a:off x="5961757"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9" name="Rounded Rectangle 28"/>
          <p:cNvSpPr/>
          <p:nvPr/>
        </p:nvSpPr>
        <p:spPr>
          <a:xfrm>
            <a:off x="719882" y="5010596"/>
            <a:ext cx="6120110" cy="1534864"/>
          </a:xfrm>
          <a:prstGeom prst="roundRect">
            <a:avLst>
              <a:gd name="adj" fmla="val 14072"/>
            </a:avLst>
          </a:prstGeom>
          <a:solidFill>
            <a:srgbClr val="EEF3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1043880" y="5334595"/>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1" name="Picture 30" descr="svg-2-1.png"/>
          <p:cNvPicPr>
            <a:picLocks noChangeAspect="1"/>
          </p:cNvPicPr>
          <p:nvPr/>
        </p:nvPicPr>
        <p:blipFill>
          <a:blip r:embed="rId3"/>
          <a:stretch>
            <a:fillRect/>
          </a:stretch>
        </p:blipFill>
        <p:spPr>
          <a:xfrm>
            <a:off x="1133773" y="5424488"/>
            <a:ext cx="179933" cy="179933"/>
          </a:xfrm>
          <a:prstGeom prst="rect">
            <a:avLst/>
          </a:prstGeom>
        </p:spPr>
      </p:pic>
      <p:sp>
        <p:nvSpPr>
          <p:cNvPr id="32" name="TextBox 31"/>
          <p:cNvSpPr txBox="1"/>
          <p:nvPr/>
        </p:nvSpPr>
        <p:spPr>
          <a:xfrm>
            <a:off x="1547664" y="5413474"/>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3" name="TextBox 32"/>
          <p:cNvSpPr txBox="1"/>
          <p:nvPr/>
        </p:nvSpPr>
        <p:spPr>
          <a:xfrm>
            <a:off x="1043880" y="5821412"/>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4" name="Rounded Rectangle 33"/>
          <p:cNvSpPr/>
          <p:nvPr/>
        </p:nvSpPr>
        <p:spPr>
          <a:xfrm>
            <a:off x="719882" y="6761411"/>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Rounded Rectangle 34"/>
          <p:cNvSpPr/>
          <p:nvPr/>
        </p:nvSpPr>
        <p:spPr>
          <a:xfrm>
            <a:off x="1053405" y="709493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6" name="Picture 35" descr="svg-2-2.png"/>
          <p:cNvPicPr>
            <a:picLocks noChangeAspect="1"/>
          </p:cNvPicPr>
          <p:nvPr/>
        </p:nvPicPr>
        <p:blipFill>
          <a:blip r:embed="rId4"/>
          <a:stretch>
            <a:fillRect/>
          </a:stretch>
        </p:blipFill>
        <p:spPr>
          <a:xfrm>
            <a:off x="1143298" y="7184827"/>
            <a:ext cx="179933" cy="179933"/>
          </a:xfrm>
          <a:prstGeom prst="rect">
            <a:avLst/>
          </a:prstGeom>
        </p:spPr>
      </p:pic>
      <p:sp>
        <p:nvSpPr>
          <p:cNvPr id="37" name="TextBox 36"/>
          <p:cNvSpPr txBox="1"/>
          <p:nvPr/>
        </p:nvSpPr>
        <p:spPr>
          <a:xfrm>
            <a:off x="1557189" y="7173813"/>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38" name="TextBox 37"/>
          <p:cNvSpPr txBox="1"/>
          <p:nvPr/>
        </p:nvSpPr>
        <p:spPr>
          <a:xfrm>
            <a:off x="1053405" y="7581751"/>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39" name="Picture 38" descr="academica.png"/>
          <p:cNvPicPr>
            <a:picLocks noChangeAspect="1"/>
          </p:cNvPicPr>
          <p:nvPr/>
        </p:nvPicPr>
        <p:blipFill>
          <a:blip r:embed="rId5"/>
          <a:stretch>
            <a:fillRect/>
          </a:stretch>
        </p:blipFill>
        <p:spPr>
          <a:xfrm>
            <a:off x="742950" y="10182225"/>
            <a:ext cx="784860" cy="152400"/>
          </a:xfrm>
          <a:prstGeom prst="rect">
            <a:avLst/>
          </a:prstGeom>
        </p:spPr>
      </p:pic>
      <p:sp>
        <p:nvSpPr>
          <p:cNvPr id="40" name="TextBox 3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75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04</a:t>
            </a:r>
          </a:p>
        </p:txBody>
      </p:sp>
      <p:sp>
        <p:nvSpPr>
          <p:cNvPr id="4" name="TextBox 3"/>
          <p:cNvSpPr txBox="1"/>
          <p:nvPr/>
        </p:nvSpPr>
        <p:spPr>
          <a:xfrm>
            <a:off x="723900" y="819299"/>
            <a:ext cx="2260425"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Accreditatie</a:t>
            </a:r>
          </a:p>
        </p:txBody>
      </p:sp>
      <p:sp>
        <p:nvSpPr>
          <p:cNvPr id="5" name="Rounded Rectangle 4"/>
          <p:cNvSpPr/>
          <p:nvPr/>
        </p:nvSpPr>
        <p:spPr>
          <a:xfrm>
            <a:off x="719882" y="1795165"/>
            <a:ext cx="6120110" cy="3022104"/>
          </a:xfrm>
          <a:prstGeom prst="roundRect">
            <a:avLst>
              <a:gd name="adj" fmla="val 7147"/>
            </a:avLst>
          </a:prstGeom>
          <a:solidFill>
            <a:srgbClr val="E0EAF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2-0.png"/>
          <p:cNvPicPr>
            <a:picLocks noChangeAspect="1"/>
          </p:cNvPicPr>
          <p:nvPr/>
        </p:nvPicPr>
        <p:blipFill>
          <a:blip r:embed="rId2"/>
          <a:stretch>
            <a:fillRect/>
          </a:stretch>
        </p:blipFill>
        <p:spPr>
          <a:xfrm>
            <a:off x="1133773" y="2209056"/>
            <a:ext cx="179933" cy="179933"/>
          </a:xfrm>
          <a:prstGeom prst="rect">
            <a:avLst/>
          </a:prstGeom>
        </p:spPr>
      </p:pic>
      <p:sp>
        <p:nvSpPr>
          <p:cNvPr id="8" name="TextBox 7"/>
          <p:cNvSpPr txBox="1"/>
          <p:nvPr/>
        </p:nvSpPr>
        <p:spPr>
          <a:xfrm>
            <a:off x="1547664" y="2198043"/>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9" name="TextBox 8"/>
          <p:cNvSpPr txBox="1"/>
          <p:nvPr/>
        </p:nvSpPr>
        <p:spPr>
          <a:xfrm>
            <a:off x="1043880" y="2605980"/>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10" name="Rounded Rectangle 9"/>
          <p:cNvSpPr/>
          <p:nvPr/>
        </p:nvSpPr>
        <p:spPr>
          <a:xfrm>
            <a:off x="1043880" y="3012430"/>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1259830" y="3228380"/>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2" name="TextBox 11"/>
          <p:cNvSpPr txBox="1"/>
          <p:nvPr/>
        </p:nvSpPr>
        <p:spPr>
          <a:xfrm>
            <a:off x="5497264" y="3228380"/>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3" name="TextBox 12"/>
          <p:cNvSpPr txBox="1"/>
          <p:nvPr/>
        </p:nvSpPr>
        <p:spPr>
          <a:xfrm>
            <a:off x="1259830" y="3568303"/>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4" name="Rounded Rectangle 13"/>
          <p:cNvSpPr/>
          <p:nvPr/>
        </p:nvSpPr>
        <p:spPr>
          <a:xfrm>
            <a:off x="2627709" y="3590479"/>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3590479"/>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ectangle 15"/>
          <p:cNvSpPr/>
          <p:nvPr/>
        </p:nvSpPr>
        <p:spPr>
          <a:xfrm>
            <a:off x="4621709" y="3536603"/>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6044702" y="3568303"/>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8" name="TextBox 17"/>
          <p:cNvSpPr txBox="1"/>
          <p:nvPr/>
        </p:nvSpPr>
        <p:spPr>
          <a:xfrm>
            <a:off x="1259830" y="3846612"/>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9" name="Rounded Rectangle 18"/>
          <p:cNvSpPr/>
          <p:nvPr/>
        </p:nvSpPr>
        <p:spPr>
          <a:xfrm>
            <a:off x="2627709" y="386878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Rounded Rectangle 19"/>
          <p:cNvSpPr/>
          <p:nvPr/>
        </p:nvSpPr>
        <p:spPr>
          <a:xfrm>
            <a:off x="2627709" y="3868787"/>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ectangle 20"/>
          <p:cNvSpPr/>
          <p:nvPr/>
        </p:nvSpPr>
        <p:spPr>
          <a:xfrm>
            <a:off x="4621709" y="3814911"/>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6043535" y="3846612"/>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3" name="TextBox 22"/>
          <p:cNvSpPr txBox="1"/>
          <p:nvPr/>
        </p:nvSpPr>
        <p:spPr>
          <a:xfrm>
            <a:off x="1259830" y="4124920"/>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4" name="Rounded Rectangle 23"/>
          <p:cNvSpPr/>
          <p:nvPr/>
        </p:nvSpPr>
        <p:spPr>
          <a:xfrm>
            <a:off x="2627709" y="414709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2627709" y="4147096"/>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ectangle 25"/>
          <p:cNvSpPr/>
          <p:nvPr/>
        </p:nvSpPr>
        <p:spPr>
          <a:xfrm>
            <a:off x="4621709" y="409322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6026866" y="4124920"/>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8" name="Rounded Rectangle 27"/>
          <p:cNvSpPr/>
          <p:nvPr/>
        </p:nvSpPr>
        <p:spPr>
          <a:xfrm>
            <a:off x="719882" y="5033218"/>
            <a:ext cx="6120110" cy="1755874"/>
          </a:xfrm>
          <a:prstGeom prst="roundRect">
            <a:avLst>
              <a:gd name="adj" fmla="val 12301"/>
            </a:avLst>
          </a:prstGeom>
          <a:solidFill>
            <a:srgbClr val="EFF5F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357217"/>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3-1.png"/>
          <p:cNvPicPr>
            <a:picLocks noChangeAspect="1"/>
          </p:cNvPicPr>
          <p:nvPr/>
        </p:nvPicPr>
        <p:blipFill>
          <a:blip r:embed="rId3"/>
          <a:stretch>
            <a:fillRect/>
          </a:stretch>
        </p:blipFill>
        <p:spPr>
          <a:xfrm>
            <a:off x="1133773" y="5447109"/>
            <a:ext cx="179933" cy="179933"/>
          </a:xfrm>
          <a:prstGeom prst="rect">
            <a:avLst/>
          </a:prstGeom>
        </p:spPr>
      </p:pic>
      <p:sp>
        <p:nvSpPr>
          <p:cNvPr id="31" name="TextBox 30"/>
          <p:cNvSpPr txBox="1"/>
          <p:nvPr/>
        </p:nvSpPr>
        <p:spPr>
          <a:xfrm>
            <a:off x="1547664" y="5436096"/>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2" name="TextBox 31"/>
          <p:cNvSpPr txBox="1"/>
          <p:nvPr/>
        </p:nvSpPr>
        <p:spPr>
          <a:xfrm>
            <a:off x="1043880" y="5844034"/>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3" name="Rounded Rectangle 32"/>
          <p:cNvSpPr/>
          <p:nvPr/>
        </p:nvSpPr>
        <p:spPr>
          <a:xfrm>
            <a:off x="1043880" y="6214467"/>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1187797" y="6268343"/>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5" name="Rounded Rectangle 34"/>
          <p:cNvSpPr/>
          <p:nvPr/>
        </p:nvSpPr>
        <p:spPr>
          <a:xfrm>
            <a:off x="719882" y="7005042"/>
            <a:ext cx="6120110" cy="1344364"/>
          </a:xfrm>
          <a:prstGeom prst="roundRect">
            <a:avLst>
              <a:gd name="adj" fmla="val 16067"/>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1053405" y="733856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7" name="Picture 36" descr="svg-3-2.png"/>
          <p:cNvPicPr>
            <a:picLocks noChangeAspect="1"/>
          </p:cNvPicPr>
          <p:nvPr/>
        </p:nvPicPr>
        <p:blipFill>
          <a:blip r:embed="rId4"/>
          <a:stretch>
            <a:fillRect/>
          </a:stretch>
        </p:blipFill>
        <p:spPr>
          <a:xfrm>
            <a:off x="1143298" y="7428458"/>
            <a:ext cx="179933" cy="179933"/>
          </a:xfrm>
          <a:prstGeom prst="rect">
            <a:avLst/>
          </a:prstGeom>
        </p:spPr>
      </p:pic>
      <p:sp>
        <p:nvSpPr>
          <p:cNvPr id="38" name="TextBox 37"/>
          <p:cNvSpPr txBox="1"/>
          <p:nvPr/>
        </p:nvSpPr>
        <p:spPr>
          <a:xfrm>
            <a:off x="1557189" y="7417445"/>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9" name="TextBox 38"/>
          <p:cNvSpPr txBox="1"/>
          <p:nvPr/>
        </p:nvSpPr>
        <p:spPr>
          <a:xfrm>
            <a:off x="1053405" y="7825383"/>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40" name="Rectangle 39"/>
          <p:cNvSpPr/>
          <p:nvPr/>
        </p:nvSpPr>
        <p:spPr>
          <a:xfrm>
            <a:off x="719882" y="8709273"/>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918865" y="8728323"/>
            <a:ext cx="5753695" cy="604540"/>
          </a:xfrm>
          <a:prstGeom prst="rect">
            <a:avLst/>
          </a:prstGeom>
          <a:noFill/>
        </p:spPr>
        <p:txBody>
          <a:bodyPr wrap="square" anchor="t" lIns="0" rIns="0" tIns="0" bIns="0">
            <a:noAutofit/>
          </a:bodyPr>
          <a:lstStyle/>
          <a:p>
            <a:pPr algn="l">
              <a:lnSpc>
                <a:spcPts val="1704"/>
              </a:lnSpc>
            </a:pPr>
            <a:r>
              <a:rPr sz="1100" b="0">
                <a:solidFill>
                  <a:srgbClr val="FFFFFF"/>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42" name="Rounded Rectangle 41"/>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3" name="Picture 42" descr="academica.png"/>
          <p:cNvPicPr>
            <a:picLocks noChangeAspect="1"/>
          </p:cNvPicPr>
          <p:nvPr/>
        </p:nvPicPr>
        <p:blipFill>
          <a:blip r:embed="rId5"/>
          <a:stretch>
            <a:fillRect/>
          </a:stretch>
        </p:blipFill>
        <p:spPr>
          <a:xfrm>
            <a:off x="742950" y="10182225"/>
            <a:ext cx="784860" cy="152400"/>
          </a:xfrm>
          <a:prstGeom prst="rect">
            <a:avLst/>
          </a:prstGeom>
        </p:spPr>
      </p:pic>
      <p:sp>
        <p:nvSpPr>
          <p:cNvPr id="44" name="TextBox 43"/>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050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05</a:t>
            </a:r>
          </a:p>
        </p:txBody>
      </p:sp>
      <p:sp>
        <p:nvSpPr>
          <p:cNvPr id="3" name="TextBox 2"/>
          <p:cNvSpPr txBox="1"/>
          <p:nvPr/>
        </p:nvSpPr>
        <p:spPr>
          <a:xfrm>
            <a:off x="723900" y="819299"/>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4" name="TextBox 3"/>
          <p:cNvSpPr txBox="1"/>
          <p:nvPr/>
        </p:nvSpPr>
        <p:spPr>
          <a:xfrm>
            <a:off x="723900" y="1814215"/>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5" name="Rounded Rectangle 4"/>
          <p:cNvSpPr/>
          <p:nvPr/>
        </p:nvSpPr>
        <p:spPr>
          <a:xfrm>
            <a:off x="719882" y="2863602"/>
            <a:ext cx="6120110" cy="3712815"/>
          </a:xfrm>
          <a:prstGeom prst="roundRect">
            <a:avLst>
              <a:gd name="adj" fmla="val 5817"/>
            </a:avLst>
          </a:prstGeom>
          <a:solidFill>
            <a:srgbClr val="DDE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3187601"/>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7" name="TextBox 6"/>
          <p:cNvSpPr txBox="1"/>
          <p:nvPr/>
        </p:nvSpPr>
        <p:spPr>
          <a:xfrm>
            <a:off x="1043880" y="3430935"/>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8" name="Rounded Rectangle 7"/>
          <p:cNvSpPr/>
          <p:nvPr/>
        </p:nvSpPr>
        <p:spPr>
          <a:xfrm>
            <a:off x="1043880" y="38053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Rounded Rectangle 8"/>
          <p:cNvSpPr/>
          <p:nvPr/>
        </p:nvSpPr>
        <p:spPr>
          <a:xfrm>
            <a:off x="1223814" y="398532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0" name="Picture 9" descr="svg-4-0.png"/>
          <p:cNvPicPr>
            <a:picLocks noChangeAspect="1"/>
          </p:cNvPicPr>
          <p:nvPr/>
        </p:nvPicPr>
        <p:blipFill>
          <a:blip r:embed="rId2"/>
          <a:stretch>
            <a:fillRect/>
          </a:stretch>
        </p:blipFill>
        <p:spPr>
          <a:xfrm>
            <a:off x="1313706" y="4075212"/>
            <a:ext cx="179933" cy="179933"/>
          </a:xfrm>
          <a:prstGeom prst="rect">
            <a:avLst/>
          </a:prstGeom>
        </p:spPr>
      </p:pic>
      <p:sp>
        <p:nvSpPr>
          <p:cNvPr id="11" name="TextBox 10"/>
          <p:cNvSpPr txBox="1"/>
          <p:nvPr/>
        </p:nvSpPr>
        <p:spPr>
          <a:xfrm>
            <a:off x="1727597" y="4064347"/>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2" name="Rounded Rectangle 11"/>
          <p:cNvSpPr/>
          <p:nvPr/>
        </p:nvSpPr>
        <p:spPr>
          <a:xfrm>
            <a:off x="1043880" y="466903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1223814" y="484896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4-1.png"/>
          <p:cNvPicPr>
            <a:picLocks noChangeAspect="1"/>
          </p:cNvPicPr>
          <p:nvPr/>
        </p:nvPicPr>
        <p:blipFill>
          <a:blip r:embed="rId3"/>
          <a:stretch>
            <a:fillRect/>
          </a:stretch>
        </p:blipFill>
        <p:spPr>
          <a:xfrm>
            <a:off x="1313706" y="4938861"/>
            <a:ext cx="179933" cy="179933"/>
          </a:xfrm>
          <a:prstGeom prst="rect">
            <a:avLst/>
          </a:prstGeom>
        </p:spPr>
      </p:pic>
      <p:sp>
        <p:nvSpPr>
          <p:cNvPr id="15" name="TextBox 14"/>
          <p:cNvSpPr txBox="1"/>
          <p:nvPr/>
        </p:nvSpPr>
        <p:spPr>
          <a:xfrm>
            <a:off x="1727597" y="4927997"/>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6" name="Rounded Rectangle 15"/>
          <p:cNvSpPr/>
          <p:nvPr/>
        </p:nvSpPr>
        <p:spPr>
          <a:xfrm>
            <a:off x="1043880" y="55326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223814" y="571261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4-2.png"/>
          <p:cNvPicPr>
            <a:picLocks noChangeAspect="1"/>
          </p:cNvPicPr>
          <p:nvPr/>
        </p:nvPicPr>
        <p:blipFill>
          <a:blip r:embed="rId4"/>
          <a:stretch>
            <a:fillRect/>
          </a:stretch>
        </p:blipFill>
        <p:spPr>
          <a:xfrm>
            <a:off x="1313706" y="5802511"/>
            <a:ext cx="179933" cy="179933"/>
          </a:xfrm>
          <a:prstGeom prst="rect">
            <a:avLst/>
          </a:prstGeom>
        </p:spPr>
      </p:pic>
      <p:sp>
        <p:nvSpPr>
          <p:cNvPr id="19" name="TextBox 18"/>
          <p:cNvSpPr txBox="1"/>
          <p:nvPr/>
        </p:nvSpPr>
        <p:spPr>
          <a:xfrm>
            <a:off x="1727597" y="5791646"/>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20" name="Picture 19" descr="academica.png"/>
          <p:cNvPicPr>
            <a:picLocks noChangeAspect="1"/>
          </p:cNvPicPr>
          <p:nvPr/>
        </p:nvPicPr>
        <p:blipFill>
          <a:blip r:embed="rId5"/>
          <a:stretch>
            <a:fillRect/>
          </a:stretch>
        </p:blipFill>
        <p:spPr>
          <a:xfrm>
            <a:off x="742950" y="10182225"/>
            <a:ext cx="784860" cy="152400"/>
          </a:xfrm>
          <a:prstGeom prst="rect">
            <a:avLst/>
          </a:prstGeom>
        </p:spPr>
      </p:pic>
      <p:sp>
        <p:nvSpPr>
          <p:cNvPr id="21" name="TextBox 2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40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06</a:t>
            </a:r>
          </a:p>
        </p:txBody>
      </p:sp>
      <p:sp>
        <p:nvSpPr>
          <p:cNvPr id="4" name="TextBox 3"/>
          <p:cNvSpPr txBox="1"/>
          <p:nvPr/>
        </p:nvSpPr>
        <p:spPr>
          <a:xfrm>
            <a:off x="723900" y="819299"/>
            <a:ext cx="1411486"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Privacy</a:t>
            </a:r>
          </a:p>
        </p:txBody>
      </p:sp>
      <p:sp>
        <p:nvSpPr>
          <p:cNvPr id="5" name="Rounded Rectangle 4"/>
          <p:cNvSpPr/>
          <p:nvPr/>
        </p:nvSpPr>
        <p:spPr>
          <a:xfrm>
            <a:off x="719882" y="1795165"/>
            <a:ext cx="6120110" cy="1166217"/>
          </a:xfrm>
          <a:prstGeom prst="roundRect">
            <a:avLst>
              <a:gd name="adj" fmla="val 18521"/>
            </a:avLst>
          </a:prstGeom>
          <a:solidFill>
            <a:srgbClr val="E6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9834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5-0.png"/>
          <p:cNvPicPr>
            <a:picLocks noChangeAspect="1"/>
          </p:cNvPicPr>
          <p:nvPr/>
        </p:nvPicPr>
        <p:blipFill>
          <a:blip r:embed="rId2"/>
          <a:stretch>
            <a:fillRect/>
          </a:stretch>
        </p:blipFill>
        <p:spPr>
          <a:xfrm>
            <a:off x="1133773" y="2288232"/>
            <a:ext cx="179933" cy="179933"/>
          </a:xfrm>
          <a:prstGeom prst="rect">
            <a:avLst/>
          </a:prstGeom>
        </p:spPr>
      </p:pic>
      <p:sp>
        <p:nvSpPr>
          <p:cNvPr id="8" name="TextBox 7"/>
          <p:cNvSpPr txBox="1"/>
          <p:nvPr/>
        </p:nvSpPr>
        <p:spPr>
          <a:xfrm>
            <a:off x="1547664" y="2147739"/>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9" name="Rounded Rectangle 8"/>
          <p:cNvSpPr/>
          <p:nvPr/>
        </p:nvSpPr>
        <p:spPr>
          <a:xfrm>
            <a:off x="719882" y="3177332"/>
            <a:ext cx="6120110" cy="2138065"/>
          </a:xfrm>
          <a:prstGeom prst="roundRect">
            <a:avLst>
              <a:gd name="adj" fmla="val 10102"/>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Rounded Rectangle 9"/>
          <p:cNvSpPr/>
          <p:nvPr/>
        </p:nvSpPr>
        <p:spPr>
          <a:xfrm>
            <a:off x="1053405" y="351085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1" name="Picture 10" descr="svg-5-1.png"/>
          <p:cNvPicPr>
            <a:picLocks noChangeAspect="1"/>
          </p:cNvPicPr>
          <p:nvPr/>
        </p:nvPicPr>
        <p:blipFill>
          <a:blip r:embed="rId3"/>
          <a:stretch>
            <a:fillRect/>
          </a:stretch>
        </p:blipFill>
        <p:spPr>
          <a:xfrm>
            <a:off x="1143298" y="3600748"/>
            <a:ext cx="179933" cy="179933"/>
          </a:xfrm>
          <a:prstGeom prst="rect">
            <a:avLst/>
          </a:prstGeom>
        </p:spPr>
      </p:pic>
      <p:sp>
        <p:nvSpPr>
          <p:cNvPr id="12" name="TextBox 11"/>
          <p:cNvSpPr txBox="1"/>
          <p:nvPr/>
        </p:nvSpPr>
        <p:spPr>
          <a:xfrm>
            <a:off x="1557189" y="3589734"/>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3" name="Picture 12" descr="svg-5-2.png"/>
          <p:cNvPicPr>
            <a:picLocks noChangeAspect="1"/>
          </p:cNvPicPr>
          <p:nvPr/>
        </p:nvPicPr>
        <p:blipFill>
          <a:blip r:embed="rId4"/>
          <a:stretch>
            <a:fillRect/>
          </a:stretch>
        </p:blipFill>
        <p:spPr>
          <a:xfrm>
            <a:off x="1053405" y="4118818"/>
            <a:ext cx="179933" cy="179933"/>
          </a:xfrm>
          <a:prstGeom prst="rect">
            <a:avLst/>
          </a:prstGeom>
        </p:spPr>
      </p:pic>
      <p:sp>
        <p:nvSpPr>
          <p:cNvPr id="14" name="TextBox 13"/>
          <p:cNvSpPr txBox="1"/>
          <p:nvPr/>
        </p:nvSpPr>
        <p:spPr>
          <a:xfrm>
            <a:off x="1359247" y="4114056"/>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5" name="Picture 14" descr="svg-5-3.png"/>
          <p:cNvPicPr>
            <a:picLocks noChangeAspect="1"/>
          </p:cNvPicPr>
          <p:nvPr/>
        </p:nvPicPr>
        <p:blipFill>
          <a:blip r:embed="rId5"/>
          <a:stretch>
            <a:fillRect/>
          </a:stretch>
        </p:blipFill>
        <p:spPr>
          <a:xfrm>
            <a:off x="1053405" y="4501158"/>
            <a:ext cx="179933" cy="179933"/>
          </a:xfrm>
          <a:prstGeom prst="rect">
            <a:avLst/>
          </a:prstGeom>
        </p:spPr>
      </p:pic>
      <p:sp>
        <p:nvSpPr>
          <p:cNvPr id="16" name="TextBox 15"/>
          <p:cNvSpPr txBox="1"/>
          <p:nvPr/>
        </p:nvSpPr>
        <p:spPr>
          <a:xfrm>
            <a:off x="1359247" y="4496395"/>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7" name="Rounded Rectangle 16"/>
          <p:cNvSpPr/>
          <p:nvPr/>
        </p:nvSpPr>
        <p:spPr>
          <a:xfrm>
            <a:off x="719882" y="5531346"/>
            <a:ext cx="6120110" cy="1935510"/>
          </a:xfrm>
          <a:prstGeom prst="roundRect">
            <a:avLst>
              <a:gd name="adj" fmla="val 11159"/>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1053405" y="5864870"/>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9" name="Picture 18" descr="svg-5-4.png"/>
          <p:cNvPicPr>
            <a:picLocks noChangeAspect="1"/>
          </p:cNvPicPr>
          <p:nvPr/>
        </p:nvPicPr>
        <p:blipFill>
          <a:blip r:embed="rId6"/>
          <a:stretch>
            <a:fillRect/>
          </a:stretch>
        </p:blipFill>
        <p:spPr>
          <a:xfrm>
            <a:off x="1143298" y="5954762"/>
            <a:ext cx="179933" cy="179933"/>
          </a:xfrm>
          <a:prstGeom prst="rect">
            <a:avLst/>
          </a:prstGeom>
        </p:spPr>
      </p:pic>
      <p:sp>
        <p:nvSpPr>
          <p:cNvPr id="20" name="TextBox 19"/>
          <p:cNvSpPr txBox="1"/>
          <p:nvPr/>
        </p:nvSpPr>
        <p:spPr>
          <a:xfrm>
            <a:off x="1557189" y="5943749"/>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21" name="Picture 20" descr="svg-5-3.png"/>
          <p:cNvPicPr>
            <a:picLocks noChangeAspect="1"/>
          </p:cNvPicPr>
          <p:nvPr/>
        </p:nvPicPr>
        <p:blipFill>
          <a:blip r:embed="rId5"/>
          <a:stretch>
            <a:fillRect/>
          </a:stretch>
        </p:blipFill>
        <p:spPr>
          <a:xfrm>
            <a:off x="1053405" y="6472833"/>
            <a:ext cx="179933" cy="179933"/>
          </a:xfrm>
          <a:prstGeom prst="rect">
            <a:avLst/>
          </a:prstGeom>
        </p:spPr>
      </p:pic>
      <p:sp>
        <p:nvSpPr>
          <p:cNvPr id="22" name="TextBox 21"/>
          <p:cNvSpPr txBox="1"/>
          <p:nvPr/>
        </p:nvSpPr>
        <p:spPr>
          <a:xfrm>
            <a:off x="1359247" y="6468070"/>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3" name="Picture 22" descr="svg-5-3.png"/>
          <p:cNvPicPr>
            <a:picLocks noChangeAspect="1"/>
          </p:cNvPicPr>
          <p:nvPr/>
        </p:nvPicPr>
        <p:blipFill>
          <a:blip r:embed="rId5"/>
          <a:stretch>
            <a:fillRect/>
          </a:stretch>
        </p:blipFill>
        <p:spPr>
          <a:xfrm>
            <a:off x="1053405" y="6855172"/>
            <a:ext cx="179933" cy="179933"/>
          </a:xfrm>
          <a:prstGeom prst="rect">
            <a:avLst/>
          </a:prstGeom>
        </p:spPr>
      </p:pic>
      <p:sp>
        <p:nvSpPr>
          <p:cNvPr id="24" name="TextBox 23"/>
          <p:cNvSpPr txBox="1"/>
          <p:nvPr/>
        </p:nvSpPr>
        <p:spPr>
          <a:xfrm>
            <a:off x="1359247" y="6850410"/>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5" name="Rounded Rectangle 24"/>
          <p:cNvSpPr/>
          <p:nvPr/>
        </p:nvSpPr>
        <p:spPr>
          <a:xfrm>
            <a:off x="719882" y="7682805"/>
            <a:ext cx="6120110" cy="2317849"/>
          </a:xfrm>
          <a:prstGeom prst="roundRect">
            <a:avLst>
              <a:gd name="adj" fmla="val 9318"/>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1632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06221"/>
            <a:ext cx="179933" cy="179933"/>
          </a:xfrm>
          <a:prstGeom prst="rect">
            <a:avLst/>
          </a:prstGeom>
        </p:spPr>
      </p:pic>
      <p:sp>
        <p:nvSpPr>
          <p:cNvPr id="28" name="TextBox 27"/>
          <p:cNvSpPr txBox="1"/>
          <p:nvPr/>
        </p:nvSpPr>
        <p:spPr>
          <a:xfrm>
            <a:off x="1557189" y="8095208"/>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9" name="Picture 28" descr="svg-5-8.png"/>
          <p:cNvPicPr>
            <a:picLocks noChangeAspect="1"/>
          </p:cNvPicPr>
          <p:nvPr/>
        </p:nvPicPr>
        <p:blipFill>
          <a:blip r:embed="rId8"/>
          <a:stretch>
            <a:fillRect/>
          </a:stretch>
        </p:blipFill>
        <p:spPr>
          <a:xfrm>
            <a:off x="1053405" y="8624292"/>
            <a:ext cx="179933" cy="179933"/>
          </a:xfrm>
          <a:prstGeom prst="rect">
            <a:avLst/>
          </a:prstGeom>
        </p:spPr>
      </p:pic>
      <p:sp>
        <p:nvSpPr>
          <p:cNvPr id="30" name="TextBox 29"/>
          <p:cNvSpPr txBox="1"/>
          <p:nvPr/>
        </p:nvSpPr>
        <p:spPr>
          <a:xfrm>
            <a:off x="1359247" y="8619530"/>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31" name="Picture 30" descr="svg-5-9.png"/>
          <p:cNvPicPr>
            <a:picLocks noChangeAspect="1"/>
          </p:cNvPicPr>
          <p:nvPr/>
        </p:nvPicPr>
        <p:blipFill>
          <a:blip r:embed="rId9"/>
          <a:stretch>
            <a:fillRect/>
          </a:stretch>
        </p:blipFill>
        <p:spPr>
          <a:xfrm>
            <a:off x="1053405" y="9006632"/>
            <a:ext cx="179933" cy="179933"/>
          </a:xfrm>
          <a:prstGeom prst="rect">
            <a:avLst/>
          </a:prstGeom>
        </p:spPr>
      </p:pic>
      <p:sp>
        <p:nvSpPr>
          <p:cNvPr id="32" name="TextBox 31"/>
          <p:cNvSpPr txBox="1"/>
          <p:nvPr/>
        </p:nvSpPr>
        <p:spPr>
          <a:xfrm>
            <a:off x="1359247" y="9001869"/>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3" name="Picture 32" descr="svg-5-3.png"/>
          <p:cNvPicPr>
            <a:picLocks noChangeAspect="1"/>
          </p:cNvPicPr>
          <p:nvPr/>
        </p:nvPicPr>
        <p:blipFill>
          <a:blip r:embed="rId5"/>
          <a:stretch>
            <a:fillRect/>
          </a:stretch>
        </p:blipFill>
        <p:spPr>
          <a:xfrm>
            <a:off x="1053405" y="9388971"/>
            <a:ext cx="179933" cy="179933"/>
          </a:xfrm>
          <a:prstGeom prst="rect">
            <a:avLst/>
          </a:prstGeom>
        </p:spPr>
      </p:pic>
      <p:sp>
        <p:nvSpPr>
          <p:cNvPr id="34" name="TextBox 33"/>
          <p:cNvSpPr txBox="1"/>
          <p:nvPr/>
        </p:nvSpPr>
        <p:spPr>
          <a:xfrm>
            <a:off x="1359247" y="9384209"/>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sp>
        <p:nvSpPr>
          <p:cNvPr id="35" name="Rounded Rectangle 34"/>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cademica.png"/>
          <p:cNvPicPr>
            <a:picLocks noChangeAspect="1"/>
          </p:cNvPicPr>
          <p:nvPr/>
        </p:nvPicPr>
        <p:blipFill>
          <a:blip r:embed="rId10"/>
          <a:stretch>
            <a:fillRect/>
          </a:stretch>
        </p:blipFill>
        <p:spPr>
          <a:xfrm>
            <a:off x="742950" y="10182225"/>
            <a:ext cx="784860" cy="152400"/>
          </a:xfrm>
          <a:prstGeom prst="rect">
            <a:avLst/>
          </a:prstGeom>
        </p:spPr>
      </p:pic>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