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312400" cy="2247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851400" cy="2247900"/>
          </a:xfrm>
          <a:prstGeom prst="roundRect">
            <a:avLst>
              <a:gd name="adj" fmla="val 5649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55600"/>
            <a:ext cx="4038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88">
                <a:solidFill>
                  <a:srgbClr val="5B7480"/>
                </a:solidFill>
                <a:latin typeface="Inter"/>
              </a:rPr>
              <a:t>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609600"/>
            <a:ext cx="4038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7000" b="1">
                <a:solidFill>
                  <a:srgbClr val="002333"/>
                </a:solidFill>
                <a:latin typeface="League Spartan"/>
              </a:rPr>
              <a:t>€ 37.000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670050"/>
            <a:ext cx="4038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C4A57"/>
                </a:solidFill>
                <a:latin typeface="Inter"/>
              </a:rPr>
              <a:t>Wat nakijken de opleiding nu kost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0" y="0"/>
            <a:ext cx="4851400" cy="2247900"/>
          </a:xfrm>
          <a:prstGeom prst="roundRect">
            <a:avLst>
              <a:gd name="adj" fmla="val 5649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7400" y="355600"/>
            <a:ext cx="4038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88">
                <a:solidFill>
                  <a:srgbClr val="9EABB1"/>
                </a:solidFill>
                <a:latin typeface="Inter"/>
              </a:rPr>
              <a:t>MET EDUFACE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609600"/>
            <a:ext cx="4038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7000" b="1">
                <a:solidFill>
                  <a:srgbClr val="FFFFFF"/>
                </a:solidFill>
                <a:latin typeface="League Spartan"/>
              </a:rPr>
              <a:t>106%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1670050"/>
            <a:ext cx="4038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Rendement op de investering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78400" y="1123950"/>
            <a:ext cx="355600" cy="0"/>
          </a:xfrm>
          <a:prstGeom prst="line">
            <a:avLst/>
          </a:prstGeom>
          <a:ln w="19050">
            <a:solidFill>
              <a:srgbClr val="002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