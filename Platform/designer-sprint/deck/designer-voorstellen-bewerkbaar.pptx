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609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EABB1"/>
                </a:solidFill>
                <a:latin typeface="Inter"/>
              </a:rPr>
              <a:t>Voorstel, oktober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32000"/>
            <a:ext cx="6096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[Naam]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7500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9EABB1"/>
                </a:solidFill>
                <a:latin typeface="Inter"/>
              </a:rPr>
              <a:t>Product designer die ook zelf bouwt, van Figma tot live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4450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EABB1"/>
                </a:solidFill>
                <a:latin typeface="Inter"/>
              </a:rPr>
              <a:t>[Opleiding]  ·  woont in Den Haag  ·  30 uur per week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4000" y="1270000"/>
            <a:ext cx="3556000" cy="3556000"/>
          </a:xfrm>
          <a:prstGeom prst="roundRect">
            <a:avLst>
              <a:gd name="adj" fmla="val 3571"/>
            </a:avLst>
          </a:prstGeom>
          <a:solidFill>
            <a:srgbClr val="16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74000" y="2889250"/>
            <a:ext cx="355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EABB1"/>
                </a:solidFill>
                <a:latin typeface="Inter"/>
              </a:rPr>
              <a:t>Foto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24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0500" y="5759450"/>
            <a:ext cx="1079500" cy="2921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95000" y="6375400"/>
            <a:ext cx="63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>
                <a:solidFill>
                  <a:srgbClr val="5E7A88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Ontwerpt het en bouwt het zelf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2000" y="1778000"/>
            <a:ext cx="812800" cy="812800"/>
          </a:xfrm>
          <a:prstGeom prst="roundRect">
            <a:avLst>
              <a:gd name="adj" fmla="val 243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code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1981200"/>
            <a:ext cx="406400" cy="40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870200"/>
            <a:ext cx="32512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Eigen app,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327400"/>
            <a:ext cx="3251200" cy="14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In Figma ontworpen met een eigen design system, gebouwd met een echte login. Draait nu op de telefoon.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0400" y="1778000"/>
            <a:ext cx="812800" cy="812800"/>
          </a:xfrm>
          <a:prstGeom prst="roundRect">
            <a:avLst>
              <a:gd name="adj" fmla="val 243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trend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600" y="1981200"/>
            <a:ext cx="406400" cy="406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70400" y="2870200"/>
            <a:ext cx="32512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Website in Framer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0400" y="3327400"/>
            <a:ext cx="3251200" cy="14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Voor een detailingstudio, ontworpen en gebouwd. Volgens de kandidaat 30 tot 40% meer omzet.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8800" y="1778000"/>
            <a:ext cx="812800" cy="812800"/>
          </a:xfrm>
          <a:prstGeom prst="roundRect">
            <a:avLst>
              <a:gd name="adj" fmla="val 243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groep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0" y="1981200"/>
            <a:ext cx="406400" cy="406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78800" y="2870200"/>
            <a:ext cx="32512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Scouting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8800" y="3327400"/>
            <a:ext cx="3251200" cy="14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Organiseerde evenementen tot 30.000 bezoekers. Deed ook sponsoring, video en social.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791200"/>
            <a:ext cx="838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Omzetcijfer: eigen opgave van de kandidaat, niet gecontroleerd.</a:t>
            </a:r>
          </a:p>
        </p:txBody>
      </p:sp>
      <p:pic>
        <p:nvPicPr>
          <p:cNvPr id="17" name="Picture 16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0500" y="5759450"/>
            <a:ext cx="1079500" cy="2921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795000" y="6375400"/>
            <a:ext cx="63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>
                <a:solidFill>
                  <a:srgbClr val="9AAFB8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Drie dagen per week bij Eduface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2000" y="1727200"/>
            <a:ext cx="1393371" cy="1117600"/>
          </a:xfrm>
          <a:prstGeom prst="roundRect">
            <a:avLst>
              <a:gd name="adj" fmla="val 11363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1955800"/>
            <a:ext cx="1393371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League Spartan"/>
              </a:rPr>
              <a:t>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362200"/>
            <a:ext cx="1393371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Inter"/>
              </a:rPr>
              <a:t>Eduface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07771" y="1727200"/>
            <a:ext cx="1393371" cy="1117600"/>
          </a:xfrm>
          <a:prstGeom prst="roundRect">
            <a:avLst>
              <a:gd name="adj" fmla="val 11363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07771" y="1955800"/>
            <a:ext cx="1393371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League Spartan"/>
              </a:rPr>
              <a:t>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7771" y="2362200"/>
            <a:ext cx="1393371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Inter"/>
              </a:rPr>
              <a:t>Eduface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53543" y="1727200"/>
            <a:ext cx="1393371" cy="1117600"/>
          </a:xfrm>
          <a:prstGeom prst="roundRect">
            <a:avLst>
              <a:gd name="adj" fmla="val 11363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53543" y="1955800"/>
            <a:ext cx="1393371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3543" y="2362200"/>
            <a:ext cx="1393371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9314" y="1727200"/>
            <a:ext cx="1393371" cy="1117600"/>
          </a:xfrm>
          <a:prstGeom prst="roundRect">
            <a:avLst>
              <a:gd name="adj" fmla="val 11363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9314" y="1955800"/>
            <a:ext cx="1393371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League Spartan"/>
              </a:rPr>
              <a:t>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9314" y="2362200"/>
            <a:ext cx="1393371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Inter"/>
              </a:rPr>
              <a:t>Eduface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5086" y="1727200"/>
            <a:ext cx="1393371" cy="1117600"/>
          </a:xfrm>
          <a:prstGeom prst="roundRect">
            <a:avLst>
              <a:gd name="adj" fmla="val 11363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5086" y="1955800"/>
            <a:ext cx="1393371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Vr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5086" y="2362200"/>
            <a:ext cx="1393371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Vrij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90857" y="1727200"/>
            <a:ext cx="1393371" cy="1117600"/>
          </a:xfrm>
          <a:prstGeom prst="roundRect">
            <a:avLst>
              <a:gd name="adj" fmla="val 11363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0857" y="1955800"/>
            <a:ext cx="1393371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0857" y="2362200"/>
            <a:ext cx="1393371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Bijbaan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36629" y="1727200"/>
            <a:ext cx="1393371" cy="1117600"/>
          </a:xfrm>
          <a:prstGeom prst="roundRect">
            <a:avLst>
              <a:gd name="adj" fmla="val 11363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36629" y="1955800"/>
            <a:ext cx="1393371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Zo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36629" y="2362200"/>
            <a:ext cx="1393371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Bijbaan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3048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De sprint telt 40 uur per week. Ongeveer 30 gaan naar Eduface, de rest naar les en verslag.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2000" y="3879850"/>
            <a:ext cx="10668000" cy="127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000" y="3810000"/>
            <a:ext cx="152400" cy="152400"/>
          </a:xfrm>
          <a:prstGeom prst="ellipse">
            <a:avLst/>
          </a:prstGeom>
          <a:solidFill>
            <a:srgbClr val="002333"/>
          </a:solidFill>
          <a:ln w="25400">
            <a:solidFill>
              <a:srgbClr val="002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4140200"/>
            <a:ext cx="32512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Deze week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521200"/>
            <a:ext cx="3251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Leerdoel en deliverables inleveren, uiterlijk wo 7 okt.</a:t>
            </a:r>
          </a:p>
        </p:txBody>
      </p:sp>
      <p:sp>
        <p:nvSpPr>
          <p:cNvPr id="29" name="Oval 28"/>
          <p:cNvSpPr/>
          <p:nvPr/>
        </p:nvSpPr>
        <p:spPr>
          <a:xfrm>
            <a:off x="4470400" y="3810000"/>
            <a:ext cx="152400" cy="152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2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0400" y="4140200"/>
            <a:ext cx="32512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Elke woensdag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0400" y="4521200"/>
            <a:ext cx="3251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Les van 13:00 tot 15:15 en een feedbacksessie met docenten.</a:t>
            </a:r>
          </a:p>
        </p:txBody>
      </p:sp>
      <p:sp>
        <p:nvSpPr>
          <p:cNvPr id="32" name="Oval 31"/>
          <p:cNvSpPr/>
          <p:nvPr/>
        </p:nvSpPr>
        <p:spPr>
          <a:xfrm>
            <a:off x="8178800" y="3810000"/>
            <a:ext cx="152400" cy="152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2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8800" y="4140200"/>
            <a:ext cx="32512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Einde sprint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8800" y="4521200"/>
            <a:ext cx="3251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Technische verantwoording, reflectie en het ontwerp zelf.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2000" y="5715000"/>
            <a:ext cx="8382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Leerdoel: herontwerp van de beoordelingsflow van AI Paper Grader.</a:t>
            </a:r>
          </a:p>
        </p:txBody>
      </p:sp>
      <p:pic>
        <p:nvPicPr>
          <p:cNvPr id="37" name="Picture 36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0500" y="5759450"/>
            <a:ext cx="1079500" cy="2921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795000" y="6375400"/>
            <a:ext cx="63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>
                <a:solidFill>
                  <a:srgbClr val="9AAFB8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Eerst de Paper Grader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78000"/>
            <a:ext cx="5080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35200"/>
            <a:ext cx="5080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De beoordelingsflow van AI Paper Grader en AI Exam Grader. Dat is wat we verkopen. Dante begeleidt, Samuel bouwt na de overdracht.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0" y="1778000"/>
            <a:ext cx="5080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Als er tijd over 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0000" y="23368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78600" y="2235200"/>
            <a:ext cx="4826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Waarom gratis gebruikers (PLG) afhaken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0" y="27686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78600" y="2667000"/>
            <a:ext cx="4826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Mailtool kiezen en de mailflow bouwen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0000" y="3200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8600" y="3098800"/>
            <a:ext cx="4826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Banners voor beurzen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4064000"/>
            <a:ext cx="10668000" cy="1066800"/>
          </a:xfrm>
          <a:prstGeom prst="roundRect">
            <a:avLst>
              <a:gd name="adj" fmla="val 11904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92600"/>
            <a:ext cx="100584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Pluspunt: elke woensdag feedback van docenten op de eigen opleiding. Gratis gebruikersonderzoek bij precies onze doelgroep.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0500" y="5759450"/>
            <a:ext cx="1079500" cy="2921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95000" y="6375400"/>
            <a:ext cx="63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>
                <a:solidFill>
                  <a:srgbClr val="9AAFB8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Beslissen voor woensdag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841500"/>
            <a:ext cx="3556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Gaan we het doen?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866900"/>
            <a:ext cx="68580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Akkoord nodig uiterlijk wo 7 oktober, anders kan het sprintvoorstel niet op tijd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527300"/>
            <a:ext cx="10668000" cy="6350"/>
          </a:xfrm>
          <a:prstGeom prst="rect">
            <a:avLst/>
          </a:prstGeom>
          <a:solidFill>
            <a:srgbClr val="24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2705100"/>
            <a:ext cx="3556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Vergoeding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730500"/>
            <a:ext cx="68580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Nog open. De kandidaat staat open voor een lager begin, bijstellen op basis van het werk.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3390900"/>
            <a:ext cx="10668000" cy="6350"/>
          </a:xfrm>
          <a:prstGeom prst="rect">
            <a:avLst/>
          </a:prstGeom>
          <a:solidFill>
            <a:srgbClr val="24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3568700"/>
            <a:ext cx="3556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Tweede gesprek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594100"/>
            <a:ext cx="68580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Met Jeroen en Menno, online of in Leiden.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4254500"/>
            <a:ext cx="10668000" cy="6350"/>
          </a:xfrm>
          <a:prstGeom prst="rect">
            <a:avLst/>
          </a:prstGeom>
          <a:solidFill>
            <a:srgbClr val="24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432300"/>
            <a:ext cx="3556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Geheimhouding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457700"/>
            <a:ext cx="68580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Werkt met echte inleveringen van studenten. Afspraak nodig, ligt bij Jeroen.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24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0500" y="5759450"/>
            <a:ext cx="1079500" cy="292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795000" y="6375400"/>
            <a:ext cx="63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>
                <a:solidFill>
                  <a:srgbClr val="5E7A88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