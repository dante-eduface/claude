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Drie dagen per week bij Eduface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727200"/>
            <a:ext cx="1393371" cy="1117600"/>
          </a:xfrm>
          <a:prstGeom prst="roundRect">
            <a:avLst>
              <a:gd name="adj" fmla="val 11363"/>
            </a:avLst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955800"/>
            <a:ext cx="1393371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League Spartan"/>
              </a:rPr>
              <a:t>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362200"/>
            <a:ext cx="1393371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Inter"/>
              </a:rPr>
              <a:t>Eduface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07771" y="1727200"/>
            <a:ext cx="1393371" cy="1117600"/>
          </a:xfrm>
          <a:prstGeom prst="roundRect">
            <a:avLst>
              <a:gd name="adj" fmla="val 11363"/>
            </a:avLst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07771" y="1955800"/>
            <a:ext cx="1393371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League Spartan"/>
              </a:rPr>
              <a:t>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7771" y="2362200"/>
            <a:ext cx="1393371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Inter"/>
              </a:rPr>
              <a:t>Eduface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3543" y="1727200"/>
            <a:ext cx="1393371" cy="1117600"/>
          </a:xfrm>
          <a:prstGeom prst="roundRect">
            <a:avLst>
              <a:gd name="adj" fmla="val 11363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53543" y="1955800"/>
            <a:ext cx="1393371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Wo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3543" y="2362200"/>
            <a:ext cx="1393371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9314" y="1727200"/>
            <a:ext cx="1393371" cy="1117600"/>
          </a:xfrm>
          <a:prstGeom prst="roundRect">
            <a:avLst>
              <a:gd name="adj" fmla="val 11363"/>
            </a:avLst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9314" y="1955800"/>
            <a:ext cx="1393371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League Spartan"/>
              </a:rPr>
              <a:t>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9314" y="2362200"/>
            <a:ext cx="1393371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Inter"/>
              </a:rPr>
              <a:t>Eduface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5086" y="1727200"/>
            <a:ext cx="1393371" cy="1117600"/>
          </a:xfrm>
          <a:prstGeom prst="roundRect">
            <a:avLst>
              <a:gd name="adj" fmla="val 11363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5086" y="1955800"/>
            <a:ext cx="1393371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Vr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5086" y="2362200"/>
            <a:ext cx="1393371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Vrij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90857" y="1727200"/>
            <a:ext cx="1393371" cy="1117600"/>
          </a:xfrm>
          <a:prstGeom prst="roundRect">
            <a:avLst>
              <a:gd name="adj" fmla="val 11363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90857" y="1955800"/>
            <a:ext cx="1393371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0857" y="2362200"/>
            <a:ext cx="1393371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Bijbaan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36629" y="1727200"/>
            <a:ext cx="1393371" cy="1117600"/>
          </a:xfrm>
          <a:prstGeom prst="roundRect">
            <a:avLst>
              <a:gd name="adj" fmla="val 11363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36629" y="1955800"/>
            <a:ext cx="1393371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Zo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36629" y="2362200"/>
            <a:ext cx="1393371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Bijbaan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3048000"/>
            <a:ext cx="1066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De sprint telt 40 uur per week. Ongeveer 30 gaan naar Eduface, de rest naar les en verslag.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" y="3879850"/>
            <a:ext cx="10668000" cy="127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000" y="3810000"/>
            <a:ext cx="152400" cy="152400"/>
          </a:xfrm>
          <a:prstGeom prst="ellipse">
            <a:avLst/>
          </a:prstGeom>
          <a:solidFill>
            <a:srgbClr val="002333"/>
          </a:solidFill>
          <a:ln w="254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000" y="4140200"/>
            <a:ext cx="3251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Deze week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4521200"/>
            <a:ext cx="32512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Leerdoel en deliverables inleveren, uiterlijk wo 7 okt.</a:t>
            </a:r>
          </a:p>
        </p:txBody>
      </p:sp>
      <p:sp>
        <p:nvSpPr>
          <p:cNvPr id="29" name="Oval 28"/>
          <p:cNvSpPr/>
          <p:nvPr/>
        </p:nvSpPr>
        <p:spPr>
          <a:xfrm>
            <a:off x="4470400" y="3810000"/>
            <a:ext cx="152400" cy="152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70400" y="4140200"/>
            <a:ext cx="3251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Elke woensdag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0400" y="4521200"/>
            <a:ext cx="32512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Les van 13:00 tot 15:15 en een feedbacksessie met docenten.</a:t>
            </a:r>
          </a:p>
        </p:txBody>
      </p:sp>
      <p:sp>
        <p:nvSpPr>
          <p:cNvPr id="32" name="Oval 31"/>
          <p:cNvSpPr/>
          <p:nvPr/>
        </p:nvSpPr>
        <p:spPr>
          <a:xfrm>
            <a:off x="8178800" y="3810000"/>
            <a:ext cx="152400" cy="152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8800" y="4140200"/>
            <a:ext cx="32512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Einde sprint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8800" y="4521200"/>
            <a:ext cx="32512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Technische verantwoording, reflectie en het ontwerp zelf.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000" y="57150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2333"/>
                </a:solidFill>
                <a:latin typeface="Inter"/>
              </a:rPr>
              <a:t>Leerdoel: herontwerp van de beoordelingsflow van AI Paper Grader.</a:t>
            </a:r>
          </a:p>
        </p:txBody>
      </p:sp>
      <p:pic>
        <p:nvPicPr>
          <p:cNvPr id="37" name="Picture 36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0" y="5759450"/>
            <a:ext cx="1079500" cy="2921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9AAFB8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